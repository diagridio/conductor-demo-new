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Space Grotesk" pitchFamily="2" charset="77"/>
      <p:regular r:id="rId4"/>
      <p:bold r:id="rId5"/>
    </p:embeddedFont>
    <p:embeddedFont>
      <p:font typeface="Space Grotesk Medium" pitchFamily="2" charset="77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8" roundtripDataSignature="AMtx7mhuAUSRUHXfBEQMryvGwGYUe/XP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D089E-C99D-43FF-984D-918BA56B0C68}" v="1" dt="2024-04-01T17:00:25.169"/>
  </p1510:revLst>
</p1510:revInfo>
</file>

<file path=ppt/tableStyles.xml><?xml version="1.0" encoding="utf-8"?>
<a:tblStyleLst xmlns:a="http://schemas.openxmlformats.org/drawingml/2006/main" def="{AB39FD84-3D69-4937-9D8F-CB47EF7A7876}">
  <a:tblStyle styleId="{AB39FD84-3D69-4937-9D8F-CB47EF7A787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07"/>
    <p:restoredTop sz="96925"/>
  </p:normalViewPr>
  <p:slideViewPr>
    <p:cSldViewPr snapToGrid="0">
      <p:cViewPr varScale="1">
        <p:scale>
          <a:sx n="98" d="100"/>
          <a:sy n="98" d="100"/>
        </p:scale>
        <p:origin x="192" y="-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63" Type="http://schemas.microsoft.com/office/2015/10/relationships/revisionInfo" Target="revisionInfo.xml"/><Relationship Id="rId3" Type="http://schemas.openxmlformats.org/officeDocument/2006/relationships/notesMaster" Target="notesMasters/notesMaster1.xml"/><Relationship Id="rId159" Type="http://schemas.openxmlformats.org/officeDocument/2006/relationships/presProps" Target="presProps.xml"/><Relationship Id="rId7" Type="http://schemas.openxmlformats.org/officeDocument/2006/relationships/font" Target="fonts/font4.fntdata"/><Relationship Id="rId158" Type="http://customschemas.google.com/relationships/presentationmetadata" Target="metadata"/><Relationship Id="rId162" Type="http://schemas.openxmlformats.org/officeDocument/2006/relationships/tableStyles" Target="tableStyles.xml"/><Relationship Id="rId2" Type="http://schemas.openxmlformats.org/officeDocument/2006/relationships/slide" Target="slides/slide1.xml"/><Relationship Id="rId16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60" Type="http://schemas.openxmlformats.org/officeDocument/2006/relationships/viewProps" Target="view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225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orange">
  <p:cSld name="section_orange">
    <p:bg>
      <p:bgPr>
        <a:solidFill>
          <a:schemeClr val="accent6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2"/>
          <p:cNvSpPr txBox="1">
            <a:spLocks noGrp="1"/>
          </p:cNvSpPr>
          <p:nvPr>
            <p:ph type="title"/>
          </p:nvPr>
        </p:nvSpPr>
        <p:spPr>
          <a:xfrm>
            <a:off x="185950" y="3600000"/>
            <a:ext cx="11820099" cy="92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pace Grotesk Medium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98B"/>
              </a:buClr>
              <a:buSzPts val="2400"/>
              <a:buNone/>
              <a:defRPr sz="2400">
                <a:solidFill>
                  <a:srgbClr val="88898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2000"/>
              <a:buNone/>
              <a:defRPr sz="2000">
                <a:solidFill>
                  <a:srgbClr val="88898B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800"/>
              <a:buNone/>
              <a:defRPr sz="1800">
                <a:solidFill>
                  <a:srgbClr val="88898B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600"/>
              <a:buNone/>
              <a:defRPr sz="1600">
                <a:solidFill>
                  <a:srgbClr val="88898B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600"/>
              <a:buNone/>
              <a:defRPr sz="1600">
                <a:solidFill>
                  <a:srgbClr val="88898B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600"/>
              <a:buNone/>
              <a:defRPr sz="1600">
                <a:solidFill>
                  <a:srgbClr val="88898B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600"/>
              <a:buNone/>
              <a:defRPr sz="1600">
                <a:solidFill>
                  <a:srgbClr val="88898B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600"/>
              <a:buNone/>
              <a:defRPr sz="1600">
                <a:solidFill>
                  <a:srgbClr val="88898B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8B"/>
              </a:buClr>
              <a:buSzPts val="1600"/>
              <a:buNone/>
              <a:defRPr sz="1600">
                <a:solidFill>
                  <a:srgbClr val="88898B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Medium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ace Grotesk Medium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pace Grotesk Medium"/>
              <a:buNone/>
              <a:defRPr sz="44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8B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448;p42">
            <a:extLst>
              <a:ext uri="{FF2B5EF4-FFF2-40B4-BE49-F238E27FC236}">
                <a16:creationId xmlns:a16="http://schemas.microsoft.com/office/drawing/2014/main" id="{6D8516C0-ED39-BA33-952D-3E0B83D62A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9575" y="2190009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F991F66-D0BF-C0A2-023E-01CC9E3BD74A}"/>
              </a:ext>
            </a:extLst>
          </p:cNvPr>
          <p:cNvSpPr txBox="1"/>
          <p:nvPr/>
        </p:nvSpPr>
        <p:spPr>
          <a:xfrm>
            <a:off x="3327909" y="2749018"/>
            <a:ext cx="1609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  <a:latin typeface="Space Grotesk" pitchFamily="2" charset="0"/>
                <a:cs typeface="Space Grotesk" pitchFamily="2" charset="0"/>
              </a:rPr>
              <a:t>POST</a:t>
            </a:r>
            <a:r>
              <a:rPr lang="en-US" sz="1200" b="1" dirty="0">
                <a:latin typeface="Space Grotesk" pitchFamily="2" charset="0"/>
                <a:cs typeface="Space Grotesk" pitchFamily="2" charset="0"/>
              </a:rPr>
              <a:t> </a:t>
            </a:r>
            <a:r>
              <a:rPr lang="en-US" sz="1200" dirty="0">
                <a:latin typeface="Space Grotesk" pitchFamily="2" charset="0"/>
                <a:cs typeface="Space Grotesk" pitchFamily="2" charset="0"/>
              </a:rPr>
              <a:t>/v1.0/</a:t>
            </a:r>
            <a:r>
              <a:rPr lang="en-US" sz="1200" b="1" dirty="0">
                <a:solidFill>
                  <a:schemeClr val="accent6"/>
                </a:solidFill>
                <a:latin typeface="Space Grotesk" pitchFamily="2" charset="0"/>
                <a:cs typeface="Space Grotesk" pitchFamily="2" charset="0"/>
              </a:rPr>
              <a:t>publish</a:t>
            </a:r>
            <a:r>
              <a:rPr lang="en-US" sz="1200" dirty="0">
                <a:latin typeface="Space Grotesk" pitchFamily="2" charset="0"/>
                <a:cs typeface="Space Grotesk" pitchFamily="2" charset="0"/>
              </a:rPr>
              <a:t>/</a:t>
            </a:r>
            <a:endParaRPr lang="en-NL" sz="1200" dirty="0">
              <a:latin typeface="Space Grotesk" pitchFamily="2" charset="0"/>
              <a:cs typeface="Space Grotesk" pitchFamily="2" charset="0"/>
            </a:endParaRPr>
          </a:p>
        </p:txBody>
      </p:sp>
      <p:grpSp>
        <p:nvGrpSpPr>
          <p:cNvPr id="5" name="Google Shape;1814;p4">
            <a:extLst>
              <a:ext uri="{FF2B5EF4-FFF2-40B4-BE49-F238E27FC236}">
                <a16:creationId xmlns:a16="http://schemas.microsoft.com/office/drawing/2014/main" id="{1A2E97AE-4762-0DAF-6733-A070B764A5A8}"/>
              </a:ext>
            </a:extLst>
          </p:cNvPr>
          <p:cNvGrpSpPr>
            <a:grpSpLocks noChangeAspect="1"/>
          </p:cNvGrpSpPr>
          <p:nvPr/>
        </p:nvGrpSpPr>
        <p:grpSpPr>
          <a:xfrm>
            <a:off x="853511" y="394582"/>
            <a:ext cx="1766667" cy="1800000"/>
            <a:chOff x="3071990" y="1647687"/>
            <a:chExt cx="1855000" cy="1890000"/>
          </a:xfrm>
        </p:grpSpPr>
        <p:pic>
          <p:nvPicPr>
            <p:cNvPr id="6" name="Google Shape;1815;p4">
              <a:extLst>
                <a:ext uri="{FF2B5EF4-FFF2-40B4-BE49-F238E27FC236}">
                  <a16:creationId xmlns:a16="http://schemas.microsoft.com/office/drawing/2014/main" id="{FDA63878-7025-D694-366B-AC416FD590F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71990" y="1647687"/>
              <a:ext cx="1855000" cy="189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816;p4">
              <a:extLst>
                <a:ext uri="{FF2B5EF4-FFF2-40B4-BE49-F238E27FC236}">
                  <a16:creationId xmlns:a16="http://schemas.microsoft.com/office/drawing/2014/main" id="{71619311-84C8-0A87-84A6-6E2F17DF0A49}"/>
                </a:ext>
              </a:extLst>
            </p:cNvPr>
            <p:cNvSpPr txBox="1"/>
            <p:nvPr/>
          </p:nvSpPr>
          <p:spPr>
            <a:xfrm>
              <a:off x="3218446" y="2085507"/>
              <a:ext cx="1149446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Virtual Customer</a:t>
              </a:r>
              <a:endParaRPr sz="1400" b="1" i="0" u="none" strike="noStrike" cap="none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pic>
        <p:nvPicPr>
          <p:cNvPr id="4" name="Google Shape;1815;p4">
            <a:extLst>
              <a:ext uri="{FF2B5EF4-FFF2-40B4-BE49-F238E27FC236}">
                <a16:creationId xmlns:a16="http://schemas.microsoft.com/office/drawing/2014/main" id="{7DF0742C-3BF8-6E5F-DAEC-1A97FB3DEC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3156" y="3671619"/>
            <a:ext cx="1766667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816;p4">
            <a:extLst>
              <a:ext uri="{FF2B5EF4-FFF2-40B4-BE49-F238E27FC236}">
                <a16:creationId xmlns:a16="http://schemas.microsoft.com/office/drawing/2014/main" id="{D9369A45-5F83-5EFC-9890-5B1C0B00ADA2}"/>
              </a:ext>
            </a:extLst>
          </p:cNvPr>
          <p:cNvSpPr txBox="1"/>
          <p:nvPr/>
        </p:nvSpPr>
        <p:spPr>
          <a:xfrm>
            <a:off x="1933004" y="4104031"/>
            <a:ext cx="109471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Worker Actor</a:t>
            </a:r>
            <a:endParaRPr sz="1400" b="1" i="0" u="none" strike="noStrike" cap="none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1" name="Google Shape;1831;p5">
            <a:extLst>
              <a:ext uri="{FF2B5EF4-FFF2-40B4-BE49-F238E27FC236}">
                <a16:creationId xmlns:a16="http://schemas.microsoft.com/office/drawing/2014/main" id="{C00A405F-ADA7-DFF7-23E8-8D9D9D560FDC}"/>
              </a:ext>
            </a:extLst>
          </p:cNvPr>
          <p:cNvGrpSpPr>
            <a:grpSpLocks noChangeAspect="1"/>
          </p:cNvGrpSpPr>
          <p:nvPr/>
        </p:nvGrpSpPr>
        <p:grpSpPr>
          <a:xfrm>
            <a:off x="3880560" y="409820"/>
            <a:ext cx="1766667" cy="1800000"/>
            <a:chOff x="1008840" y="1539000"/>
            <a:chExt cx="1855000" cy="1890000"/>
          </a:xfrm>
        </p:grpSpPr>
        <p:pic>
          <p:nvPicPr>
            <p:cNvPr id="12" name="Google Shape;1832;p5">
              <a:extLst>
                <a:ext uri="{FF2B5EF4-FFF2-40B4-BE49-F238E27FC236}">
                  <a16:creationId xmlns:a16="http://schemas.microsoft.com/office/drawing/2014/main" id="{E958E791-32C3-3EA0-A946-FF428CD3304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08840" y="1539000"/>
              <a:ext cx="1855000" cy="189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833;p5">
              <a:extLst>
                <a:ext uri="{FF2B5EF4-FFF2-40B4-BE49-F238E27FC236}">
                  <a16:creationId xmlns:a16="http://schemas.microsoft.com/office/drawing/2014/main" id="{61956CAD-B531-7B2F-48A6-0F42F5F29F5A}"/>
                </a:ext>
              </a:extLst>
            </p:cNvPr>
            <p:cNvSpPr txBox="1"/>
            <p:nvPr/>
          </p:nvSpPr>
          <p:spPr>
            <a:xfrm>
              <a:off x="1527421" y="2024364"/>
              <a:ext cx="1190789" cy="549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Order Service</a:t>
              </a:r>
              <a:endParaRPr sz="1400" b="1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4" name="Google Shape;1831;p5">
            <a:extLst>
              <a:ext uri="{FF2B5EF4-FFF2-40B4-BE49-F238E27FC236}">
                <a16:creationId xmlns:a16="http://schemas.microsoft.com/office/drawing/2014/main" id="{8CF97233-4800-AE56-10BF-217B6D9574E0}"/>
              </a:ext>
            </a:extLst>
          </p:cNvPr>
          <p:cNvGrpSpPr>
            <a:grpSpLocks noChangeAspect="1"/>
          </p:cNvGrpSpPr>
          <p:nvPr/>
        </p:nvGrpSpPr>
        <p:grpSpPr>
          <a:xfrm>
            <a:off x="4461555" y="6350850"/>
            <a:ext cx="1766667" cy="1800000"/>
            <a:chOff x="1008840" y="1539000"/>
            <a:chExt cx="1855000" cy="1890000"/>
          </a:xfrm>
        </p:grpSpPr>
        <p:pic>
          <p:nvPicPr>
            <p:cNvPr id="15" name="Google Shape;1832;p5">
              <a:extLst>
                <a:ext uri="{FF2B5EF4-FFF2-40B4-BE49-F238E27FC236}">
                  <a16:creationId xmlns:a16="http://schemas.microsoft.com/office/drawing/2014/main" id="{702F29EB-5B89-285B-1947-48B3A82785D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08840" y="1539000"/>
              <a:ext cx="1855000" cy="189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833;p5">
              <a:extLst>
                <a:ext uri="{FF2B5EF4-FFF2-40B4-BE49-F238E27FC236}">
                  <a16:creationId xmlns:a16="http://schemas.microsoft.com/office/drawing/2014/main" id="{4A37FE11-646C-CA0E-E812-14982ADCEDC8}"/>
                </a:ext>
              </a:extLst>
            </p:cNvPr>
            <p:cNvSpPr txBox="1"/>
            <p:nvPr/>
          </p:nvSpPr>
          <p:spPr>
            <a:xfrm>
              <a:off x="1556960" y="2090951"/>
              <a:ext cx="1149446" cy="323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1400"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Loyalty</a:t>
              </a:r>
            </a:p>
          </p:txBody>
        </p:sp>
      </p:grpSp>
      <p:grpSp>
        <p:nvGrpSpPr>
          <p:cNvPr id="20" name="Google Shape;1831;p5">
            <a:extLst>
              <a:ext uri="{FF2B5EF4-FFF2-40B4-BE49-F238E27FC236}">
                <a16:creationId xmlns:a16="http://schemas.microsoft.com/office/drawing/2014/main" id="{414CB1B0-BF16-18B5-C138-B9400F5FD00B}"/>
              </a:ext>
            </a:extLst>
          </p:cNvPr>
          <p:cNvGrpSpPr>
            <a:grpSpLocks noChangeAspect="1"/>
          </p:cNvGrpSpPr>
          <p:nvPr/>
        </p:nvGrpSpPr>
        <p:grpSpPr>
          <a:xfrm>
            <a:off x="7544934" y="6350850"/>
            <a:ext cx="1766667" cy="1800000"/>
            <a:chOff x="1008840" y="1539000"/>
            <a:chExt cx="1855000" cy="1890000"/>
          </a:xfrm>
        </p:grpSpPr>
        <p:pic>
          <p:nvPicPr>
            <p:cNvPr id="21" name="Google Shape;1832;p5">
              <a:extLst>
                <a:ext uri="{FF2B5EF4-FFF2-40B4-BE49-F238E27FC236}">
                  <a16:creationId xmlns:a16="http://schemas.microsoft.com/office/drawing/2014/main" id="{8E0A6C24-2BA7-98EF-164C-3F244051961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08840" y="1539000"/>
              <a:ext cx="1855000" cy="189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1833;p5">
              <a:extLst>
                <a:ext uri="{FF2B5EF4-FFF2-40B4-BE49-F238E27FC236}">
                  <a16:creationId xmlns:a16="http://schemas.microsoft.com/office/drawing/2014/main" id="{04B5E665-AB56-6D63-4D1B-03CA14E2421E}"/>
                </a:ext>
              </a:extLst>
            </p:cNvPr>
            <p:cNvSpPr txBox="1"/>
            <p:nvPr/>
          </p:nvSpPr>
          <p:spPr>
            <a:xfrm>
              <a:off x="1490564" y="1956159"/>
              <a:ext cx="1305998" cy="323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en-US" sz="1400" b="1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1FE8BD3-A0AC-C790-63D4-D75924A9B032}"/>
              </a:ext>
            </a:extLst>
          </p:cNvPr>
          <p:cNvGrpSpPr/>
          <p:nvPr/>
        </p:nvGrpSpPr>
        <p:grpSpPr>
          <a:xfrm>
            <a:off x="4083574" y="3295362"/>
            <a:ext cx="1800000" cy="776676"/>
            <a:chOff x="5049258" y="2735488"/>
            <a:chExt cx="1800000" cy="776676"/>
          </a:xfrm>
        </p:grpSpPr>
        <p:pic>
          <p:nvPicPr>
            <p:cNvPr id="104" name="Google Shape;1924;p8">
              <a:extLst>
                <a:ext uri="{FF2B5EF4-FFF2-40B4-BE49-F238E27FC236}">
                  <a16:creationId xmlns:a16="http://schemas.microsoft.com/office/drawing/2014/main" id="{13C40835-8551-BBD2-D9AC-6C126BF73D4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049258" y="2735488"/>
              <a:ext cx="1800000" cy="77667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93E20F35-27D2-E318-D1C2-A187BF23D317}"/>
                </a:ext>
              </a:extLst>
            </p:cNvPr>
            <p:cNvGrpSpPr/>
            <p:nvPr/>
          </p:nvGrpSpPr>
          <p:grpSpPr>
            <a:xfrm>
              <a:off x="5108902" y="2888152"/>
              <a:ext cx="1152770" cy="525526"/>
              <a:chOff x="5108902" y="2888152"/>
              <a:chExt cx="1152770" cy="525526"/>
            </a:xfrm>
          </p:grpSpPr>
          <p:pic>
            <p:nvPicPr>
              <p:cNvPr id="28" name="Google Shape;1089;p89">
                <a:extLst>
                  <a:ext uri="{FF2B5EF4-FFF2-40B4-BE49-F238E27FC236}">
                    <a16:creationId xmlns:a16="http://schemas.microsoft.com/office/drawing/2014/main" id="{96C22134-6DB7-46F9-32C5-DBC2609FA050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5947910" y="2888152"/>
                <a:ext cx="313762" cy="5255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" name="Google Shape;1090;p89">
                <a:extLst>
                  <a:ext uri="{FF2B5EF4-FFF2-40B4-BE49-F238E27FC236}">
                    <a16:creationId xmlns:a16="http://schemas.microsoft.com/office/drawing/2014/main" id="{C236FF25-7236-C616-14B1-8B1527319A8F}"/>
                  </a:ext>
                </a:extLst>
              </p:cNvPr>
              <p:cNvSpPr txBox="1"/>
              <p:nvPr/>
            </p:nvSpPr>
            <p:spPr>
              <a:xfrm>
                <a:off x="5108902" y="2997047"/>
                <a:ext cx="835741" cy="3077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400" b="0" i="0" u="none" strike="noStrike" cap="none" dirty="0">
                    <a:solidFill>
                      <a:srgbClr val="121C29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Kafka</a:t>
                </a:r>
                <a:endParaRPr sz="1400" b="0" i="0" u="none" strike="noStrike" cap="none" dirty="0">
                  <a:solidFill>
                    <a:srgbClr val="121C29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86B07B6-DADF-30D0-5A75-F1100F7CC4AB}"/>
              </a:ext>
            </a:extLst>
          </p:cNvPr>
          <p:cNvGrpSpPr/>
          <p:nvPr/>
        </p:nvGrpSpPr>
        <p:grpSpPr>
          <a:xfrm>
            <a:off x="2435883" y="735660"/>
            <a:ext cx="1562615" cy="385304"/>
            <a:chOff x="3517336" y="2468207"/>
            <a:chExt cx="1562615" cy="385304"/>
          </a:xfrm>
        </p:grpSpPr>
        <p:cxnSp>
          <p:nvCxnSpPr>
            <p:cNvPr id="42" name="Google Shape;442;p42">
              <a:extLst>
                <a:ext uri="{FF2B5EF4-FFF2-40B4-BE49-F238E27FC236}">
                  <a16:creationId xmlns:a16="http://schemas.microsoft.com/office/drawing/2014/main" id="{58C4D7F4-E2D5-AAB2-2AD0-49AB0D10B744}"/>
                </a:ext>
              </a:extLst>
            </p:cNvPr>
            <p:cNvCxnSpPr>
              <a:cxnSpLocks/>
            </p:cNvCxnSpPr>
            <p:nvPr/>
          </p:nvCxnSpPr>
          <p:spPr>
            <a:xfrm>
              <a:off x="3533101" y="2853511"/>
              <a:ext cx="154685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lg" len="lg"/>
            </a:ln>
          </p:spPr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AF5BD1D-1482-9F72-F30C-CFDEDD89AF8E}"/>
                </a:ext>
              </a:extLst>
            </p:cNvPr>
            <p:cNvSpPr txBox="1"/>
            <p:nvPr/>
          </p:nvSpPr>
          <p:spPr>
            <a:xfrm>
              <a:off x="3517336" y="2468207"/>
              <a:ext cx="15520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2"/>
                  </a:solidFill>
                  <a:latin typeface="Space Grotesk" pitchFamily="2" charset="0"/>
                  <a:cs typeface="Space Grotesk" pitchFamily="2" charset="0"/>
                </a:rPr>
                <a:t>POST</a:t>
              </a:r>
              <a:r>
                <a:rPr lang="en-US" sz="1200" b="1" dirty="0">
                  <a:latin typeface="Space Grotesk" pitchFamily="2" charset="0"/>
                  <a:cs typeface="Space Grotesk" pitchFamily="2" charset="0"/>
                </a:rPr>
                <a:t> </a:t>
              </a:r>
              <a:r>
                <a:rPr lang="en-US" sz="1200" dirty="0">
                  <a:latin typeface="Space Grotesk" pitchFamily="2" charset="0"/>
                  <a:cs typeface="Space Grotesk" pitchFamily="2" charset="0"/>
                </a:rPr>
                <a:t>/v1.0/</a:t>
              </a:r>
              <a:r>
                <a:rPr lang="en-US" sz="1200" b="1" dirty="0">
                  <a:solidFill>
                    <a:schemeClr val="accent6"/>
                  </a:solidFill>
                  <a:latin typeface="Space Grotesk" pitchFamily="2" charset="0"/>
                  <a:cs typeface="Space Grotesk" pitchFamily="2" charset="0"/>
                </a:rPr>
                <a:t>invoke</a:t>
              </a:r>
              <a:r>
                <a:rPr lang="en-US" sz="1200" dirty="0">
                  <a:latin typeface="Space Grotesk" pitchFamily="2" charset="0"/>
                  <a:cs typeface="Space Grotesk" pitchFamily="2" charset="0"/>
                </a:rPr>
                <a:t>/</a:t>
              </a:r>
              <a:endParaRPr lang="en-NL" sz="1200" dirty="0">
                <a:latin typeface="Space Grotesk" pitchFamily="2" charset="0"/>
                <a:cs typeface="Space Grotesk" pitchFamily="2" charset="0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EC2C4419-447A-ECEE-37AD-F93CFD99140A}"/>
              </a:ext>
            </a:extLst>
          </p:cNvPr>
          <p:cNvSpPr txBox="1"/>
          <p:nvPr/>
        </p:nvSpPr>
        <p:spPr>
          <a:xfrm>
            <a:off x="6128085" y="3291496"/>
            <a:ext cx="1343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  <a:latin typeface="Space Grotesk" pitchFamily="2" charset="0"/>
                <a:cs typeface="Space Grotesk" pitchFamily="2" charset="0"/>
              </a:rPr>
              <a:t>POST</a:t>
            </a:r>
            <a:r>
              <a:rPr lang="en-US" sz="1200" b="1" dirty="0">
                <a:latin typeface="Space Grotesk" pitchFamily="2" charset="0"/>
                <a:cs typeface="Space Grotesk" pitchFamily="2" charset="0"/>
              </a:rPr>
              <a:t> </a:t>
            </a:r>
            <a:r>
              <a:rPr lang="en-US" sz="1200" dirty="0">
                <a:latin typeface="Space Grotesk" pitchFamily="2" charset="0"/>
                <a:cs typeface="Space Grotesk" pitchFamily="2" charset="0"/>
              </a:rPr>
              <a:t>/endpoint</a:t>
            </a:r>
            <a:endParaRPr lang="en-NL" sz="1200" dirty="0">
              <a:latin typeface="Space Grotesk" pitchFamily="2" charset="0"/>
              <a:cs typeface="Space Grotesk" pitchFamily="2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E0D4998-20C2-9118-C91D-2249BF118EDC}"/>
              </a:ext>
            </a:extLst>
          </p:cNvPr>
          <p:cNvGrpSpPr/>
          <p:nvPr/>
        </p:nvGrpSpPr>
        <p:grpSpPr>
          <a:xfrm>
            <a:off x="7243288" y="2989559"/>
            <a:ext cx="1855000" cy="1890000"/>
            <a:chOff x="7394266" y="1813369"/>
            <a:chExt cx="1855000" cy="1890000"/>
          </a:xfrm>
        </p:grpSpPr>
        <p:pic>
          <p:nvPicPr>
            <p:cNvPr id="54" name="Google Shape;438;p42">
              <a:extLst>
                <a:ext uri="{FF2B5EF4-FFF2-40B4-BE49-F238E27FC236}">
                  <a16:creationId xmlns:a16="http://schemas.microsoft.com/office/drawing/2014/main" id="{8DB94521-A25F-3964-6204-7885D7D85C65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394266" y="1813369"/>
              <a:ext cx="1855000" cy="189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" name="Google Shape;1804;p4">
              <a:extLst>
                <a:ext uri="{FF2B5EF4-FFF2-40B4-BE49-F238E27FC236}">
                  <a16:creationId xmlns:a16="http://schemas.microsoft.com/office/drawing/2014/main" id="{18DA26C9-7F50-D827-A322-F6E2D8F0C033}"/>
                </a:ext>
              </a:extLst>
            </p:cNvPr>
            <p:cNvSpPr txBox="1"/>
            <p:nvPr/>
          </p:nvSpPr>
          <p:spPr>
            <a:xfrm>
              <a:off x="7949713" y="2249511"/>
              <a:ext cx="1149446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Order Processor</a:t>
              </a:r>
              <a:endParaRPr sz="1400" b="1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09B929AD-98FF-E3B7-3BA3-E2A04E20DDF3}"/>
              </a:ext>
            </a:extLst>
          </p:cNvPr>
          <p:cNvSpPr txBox="1"/>
          <p:nvPr/>
        </p:nvSpPr>
        <p:spPr>
          <a:xfrm>
            <a:off x="6195786" y="3074331"/>
            <a:ext cx="1141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Space Grotesk" pitchFamily="2" charset="0"/>
                <a:cs typeface="Space Grotesk" pitchFamily="2" charset="0"/>
              </a:rPr>
              <a:t>Subscription</a:t>
            </a:r>
            <a:endParaRPr lang="en-NL" sz="1200" dirty="0">
              <a:solidFill>
                <a:schemeClr val="tx1"/>
              </a:solidFill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59" name="Google Shape;777;p58">
            <a:extLst>
              <a:ext uri="{FF2B5EF4-FFF2-40B4-BE49-F238E27FC236}">
                <a16:creationId xmlns:a16="http://schemas.microsoft.com/office/drawing/2014/main" id="{0ED05004-FEB0-E788-9D3B-DFCAD3D375C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54260" y="6592824"/>
            <a:ext cx="746881" cy="9413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442;p42">
            <a:extLst>
              <a:ext uri="{FF2B5EF4-FFF2-40B4-BE49-F238E27FC236}">
                <a16:creationId xmlns:a16="http://schemas.microsoft.com/office/drawing/2014/main" id="{A7C69E69-B5FB-E9EA-84A7-EDC3AF1074EB}"/>
              </a:ext>
            </a:extLst>
          </p:cNvPr>
          <p:cNvCxnSpPr>
            <a:cxnSpLocks/>
          </p:cNvCxnSpPr>
          <p:nvPr/>
        </p:nvCxnSpPr>
        <p:spPr>
          <a:xfrm flipH="1">
            <a:off x="6318735" y="7023059"/>
            <a:ext cx="145633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sp>
        <p:nvSpPr>
          <p:cNvPr id="19" name="Google Shape;1833;p5">
            <a:extLst>
              <a:ext uri="{FF2B5EF4-FFF2-40B4-BE49-F238E27FC236}">
                <a16:creationId xmlns:a16="http://schemas.microsoft.com/office/drawing/2014/main" id="{3173C257-3848-C75C-E159-D1548B04B719}"/>
              </a:ext>
            </a:extLst>
          </p:cNvPr>
          <p:cNvSpPr txBox="1"/>
          <p:nvPr/>
        </p:nvSpPr>
        <p:spPr>
          <a:xfrm>
            <a:off x="8034518" y="6884967"/>
            <a:ext cx="118220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CA" sz="1400" b="1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Receipt</a:t>
            </a:r>
            <a:endParaRPr lang="en-US" sz="1400" b="1" i="0" u="none" strike="noStrike" cap="none" dirty="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72" name="Google Shape;442;p42">
            <a:extLst>
              <a:ext uri="{FF2B5EF4-FFF2-40B4-BE49-F238E27FC236}">
                <a16:creationId xmlns:a16="http://schemas.microsoft.com/office/drawing/2014/main" id="{44E5FA58-561D-3585-3A23-2D01F6DACBF7}"/>
              </a:ext>
            </a:extLst>
          </p:cNvPr>
          <p:cNvCxnSpPr>
            <a:cxnSpLocks/>
          </p:cNvCxnSpPr>
          <p:nvPr/>
        </p:nvCxnSpPr>
        <p:spPr>
          <a:xfrm>
            <a:off x="9462390" y="7078877"/>
            <a:ext cx="1215885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E871F71-AAAD-7CEC-9EE0-99EFD75ACADA}"/>
              </a:ext>
            </a:extLst>
          </p:cNvPr>
          <p:cNvSpPr txBox="1"/>
          <p:nvPr/>
        </p:nvSpPr>
        <p:spPr>
          <a:xfrm>
            <a:off x="9349778" y="6599519"/>
            <a:ext cx="1627369" cy="276999"/>
          </a:xfrm>
          <a:prstGeom prst="rect">
            <a:avLst/>
          </a:prstGeom>
          <a:solidFill>
            <a:schemeClr val="lt1"/>
          </a:solidFill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  <a:latin typeface="Space Grotesk" pitchFamily="2" charset="0"/>
                <a:cs typeface="Space Grotesk" pitchFamily="2" charset="0"/>
              </a:rPr>
              <a:t>POST</a:t>
            </a:r>
            <a:r>
              <a:rPr lang="en-US" sz="1200" b="1" dirty="0">
                <a:latin typeface="Space Grotesk" pitchFamily="2" charset="0"/>
                <a:cs typeface="Space Grotesk" pitchFamily="2" charset="0"/>
              </a:rPr>
              <a:t> </a:t>
            </a:r>
            <a:r>
              <a:rPr lang="en-US" sz="1200" dirty="0">
                <a:latin typeface="Space Grotesk" pitchFamily="2" charset="0"/>
                <a:cs typeface="Space Grotesk" pitchFamily="2" charset="0"/>
              </a:rPr>
              <a:t>/v1.0/</a:t>
            </a:r>
            <a:r>
              <a:rPr lang="en-US" sz="1200" b="1" dirty="0">
                <a:solidFill>
                  <a:schemeClr val="accent6"/>
                </a:solidFill>
                <a:latin typeface="Space Grotesk" pitchFamily="2" charset="0"/>
                <a:cs typeface="Space Grotesk" pitchFamily="2" charset="0"/>
              </a:rPr>
              <a:t>binding</a:t>
            </a:r>
            <a:r>
              <a:rPr lang="en-US" sz="1200" dirty="0">
                <a:latin typeface="Space Grotesk" pitchFamily="2" charset="0"/>
                <a:cs typeface="Space Grotesk" pitchFamily="2" charset="0"/>
              </a:rPr>
              <a:t>/</a:t>
            </a:r>
            <a:endParaRPr lang="en-NL" sz="1200" dirty="0"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78" name="Google Shape;1783;p3">
            <a:extLst>
              <a:ext uri="{FF2B5EF4-FFF2-40B4-BE49-F238E27FC236}">
                <a16:creationId xmlns:a16="http://schemas.microsoft.com/office/drawing/2014/main" id="{82D30F47-0364-93A3-947F-BC2CC58143B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00332" y="6066955"/>
            <a:ext cx="540000" cy="5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442;p42">
            <a:extLst>
              <a:ext uri="{FF2B5EF4-FFF2-40B4-BE49-F238E27FC236}">
                <a16:creationId xmlns:a16="http://schemas.microsoft.com/office/drawing/2014/main" id="{B270A6C0-FA16-CE30-E94C-701DD2B23C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22661" y="5312063"/>
            <a:ext cx="1659857" cy="163621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B812664-0DC9-E615-2E53-1B422CBA2C98}"/>
              </a:ext>
            </a:extLst>
          </p:cNvPr>
          <p:cNvGrpSpPr/>
          <p:nvPr/>
        </p:nvGrpSpPr>
        <p:grpSpPr>
          <a:xfrm>
            <a:off x="8431017" y="4455803"/>
            <a:ext cx="1827744" cy="821050"/>
            <a:chOff x="8808855" y="4989122"/>
            <a:chExt cx="1827744" cy="821050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A56FB17-BAC0-BAA5-7F65-4384D2F51030}"/>
                </a:ext>
              </a:extLst>
            </p:cNvPr>
            <p:cNvSpPr txBox="1"/>
            <p:nvPr/>
          </p:nvSpPr>
          <p:spPr>
            <a:xfrm>
              <a:off x="8808855" y="5533173"/>
              <a:ext cx="18277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accent2"/>
                  </a:solidFill>
                  <a:latin typeface="Space Grotesk" pitchFamily="2" charset="0"/>
                  <a:cs typeface="Space Grotesk" pitchFamily="2" charset="0"/>
                </a:rPr>
                <a:t>POST</a:t>
              </a:r>
              <a:r>
                <a:rPr lang="en-US" sz="1200" b="1" dirty="0">
                  <a:latin typeface="Space Grotesk" pitchFamily="2" charset="0"/>
                  <a:cs typeface="Space Grotesk" pitchFamily="2" charset="0"/>
                </a:rPr>
                <a:t> </a:t>
              </a:r>
              <a:r>
                <a:rPr lang="en-US" sz="1200" dirty="0">
                  <a:latin typeface="Space Grotesk" pitchFamily="2" charset="0"/>
                  <a:cs typeface="Space Grotesk" pitchFamily="2" charset="0"/>
                </a:rPr>
                <a:t>/v1.0/</a:t>
              </a:r>
              <a:r>
                <a:rPr lang="en-US" sz="1200" b="1" dirty="0">
                  <a:solidFill>
                    <a:schemeClr val="accent6"/>
                  </a:solidFill>
                  <a:latin typeface="Space Grotesk" pitchFamily="2" charset="0"/>
                  <a:cs typeface="Space Grotesk" pitchFamily="2" charset="0"/>
                </a:rPr>
                <a:t>workflows</a:t>
              </a:r>
              <a:r>
                <a:rPr lang="en-US" sz="1200" dirty="0">
                  <a:latin typeface="Space Grotesk" pitchFamily="2" charset="0"/>
                  <a:cs typeface="Space Grotesk" pitchFamily="2" charset="0"/>
                </a:rPr>
                <a:t>/</a:t>
              </a:r>
              <a:endParaRPr lang="en-NL" sz="1200" dirty="0">
                <a:latin typeface="Space Grotesk" pitchFamily="2" charset="0"/>
                <a:cs typeface="Space Grotesk" pitchFamily="2" charset="0"/>
              </a:endParaRPr>
            </a:p>
          </p:txBody>
        </p:sp>
        <p:pic>
          <p:nvPicPr>
            <p:cNvPr id="83" name="Google Shape;1779;p3">
              <a:extLst>
                <a:ext uri="{FF2B5EF4-FFF2-40B4-BE49-F238E27FC236}">
                  <a16:creationId xmlns:a16="http://schemas.microsoft.com/office/drawing/2014/main" id="{C42B597B-4E60-07D6-C0C1-CB32BB3EEAC2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401236" y="4989122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6" name="Google Shape;777;p58">
            <a:extLst>
              <a:ext uri="{FF2B5EF4-FFF2-40B4-BE49-F238E27FC236}">
                <a16:creationId xmlns:a16="http://schemas.microsoft.com/office/drawing/2014/main" id="{C0984A1C-4A98-55F5-799E-CD70CD728DF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154" y="8717093"/>
            <a:ext cx="746881" cy="941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777;p3">
            <a:extLst>
              <a:ext uri="{FF2B5EF4-FFF2-40B4-BE49-F238E27FC236}">
                <a16:creationId xmlns:a16="http://schemas.microsoft.com/office/drawing/2014/main" id="{EC803FE4-CC5F-A1D3-35D0-0A6B02C75BA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904552" y="238510"/>
            <a:ext cx="518284" cy="52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448;p42">
            <a:extLst>
              <a:ext uri="{FF2B5EF4-FFF2-40B4-BE49-F238E27FC236}">
                <a16:creationId xmlns:a16="http://schemas.microsoft.com/office/drawing/2014/main" id="{28EA4DE1-915E-7E2B-FE04-3B435C6895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6615" y="2557080"/>
            <a:ext cx="540000" cy="54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8368129-0DD4-1DD2-0CE5-E4899109CC03}"/>
              </a:ext>
            </a:extLst>
          </p:cNvPr>
          <p:cNvGrpSpPr/>
          <p:nvPr/>
        </p:nvGrpSpPr>
        <p:grpSpPr>
          <a:xfrm>
            <a:off x="5718084" y="4708166"/>
            <a:ext cx="1609736" cy="836008"/>
            <a:chOff x="5099285" y="3971467"/>
            <a:chExt cx="1609736" cy="836008"/>
          </a:xfrm>
        </p:grpSpPr>
        <p:pic>
          <p:nvPicPr>
            <p:cNvPr id="116" name="Google Shape;448;p42">
              <a:extLst>
                <a:ext uri="{FF2B5EF4-FFF2-40B4-BE49-F238E27FC236}">
                  <a16:creationId xmlns:a16="http://schemas.microsoft.com/office/drawing/2014/main" id="{07BDAE06-BE72-4589-1279-7BA299A0699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80951" y="3971467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99C2B302-0CFD-150E-0327-D6925B058488}"/>
                </a:ext>
              </a:extLst>
            </p:cNvPr>
            <p:cNvSpPr txBox="1"/>
            <p:nvPr/>
          </p:nvSpPr>
          <p:spPr>
            <a:xfrm>
              <a:off x="5099285" y="4530476"/>
              <a:ext cx="16097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2"/>
                  </a:solidFill>
                  <a:latin typeface="Space Grotesk" pitchFamily="2" charset="0"/>
                  <a:cs typeface="Space Grotesk" pitchFamily="2" charset="0"/>
                </a:rPr>
                <a:t>POST</a:t>
              </a:r>
              <a:r>
                <a:rPr lang="en-US" sz="1200" b="1" dirty="0">
                  <a:latin typeface="Space Grotesk" pitchFamily="2" charset="0"/>
                  <a:cs typeface="Space Grotesk" pitchFamily="2" charset="0"/>
                </a:rPr>
                <a:t> </a:t>
              </a:r>
              <a:r>
                <a:rPr lang="en-US" sz="1200" dirty="0">
                  <a:latin typeface="Space Grotesk" pitchFamily="2" charset="0"/>
                  <a:cs typeface="Space Grotesk" pitchFamily="2" charset="0"/>
                </a:rPr>
                <a:t>/v1.0/</a:t>
              </a:r>
              <a:r>
                <a:rPr lang="en-US" sz="1200" b="1" dirty="0">
                  <a:solidFill>
                    <a:schemeClr val="accent6"/>
                  </a:solidFill>
                  <a:latin typeface="Space Grotesk" pitchFamily="2" charset="0"/>
                  <a:cs typeface="Space Grotesk" pitchFamily="2" charset="0"/>
                </a:rPr>
                <a:t>publish</a:t>
              </a:r>
              <a:r>
                <a:rPr lang="en-US" sz="1200" dirty="0">
                  <a:latin typeface="Space Grotesk" pitchFamily="2" charset="0"/>
                  <a:cs typeface="Space Grotesk" pitchFamily="2" charset="0"/>
                </a:rPr>
                <a:t>/</a:t>
              </a:r>
              <a:endParaRPr lang="en-NL" sz="1200" dirty="0">
                <a:latin typeface="Space Grotesk" pitchFamily="2" charset="0"/>
                <a:cs typeface="Space Grotesk" pitchFamily="2" charset="0"/>
              </a:endParaRPr>
            </a:p>
          </p:txBody>
        </p:sp>
      </p:grp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45B2BBF7-814E-D193-065E-0F544247870C}"/>
              </a:ext>
            </a:extLst>
          </p:cNvPr>
          <p:cNvCxnSpPr>
            <a:cxnSpLocks/>
          </p:cNvCxnSpPr>
          <p:nvPr/>
        </p:nvCxnSpPr>
        <p:spPr>
          <a:xfrm rot="16200000" flipV="1">
            <a:off x="4186271" y="4903166"/>
            <a:ext cx="2072765" cy="616555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AC16656F-F399-4AE1-EA82-803AE22843E3}"/>
              </a:ext>
            </a:extLst>
          </p:cNvPr>
          <p:cNvSpPr txBox="1"/>
          <p:nvPr/>
        </p:nvSpPr>
        <p:spPr>
          <a:xfrm>
            <a:off x="2574373" y="8337070"/>
            <a:ext cx="1463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  <a:latin typeface="Space Grotesk" pitchFamily="2" charset="0"/>
                <a:cs typeface="Space Grotesk" pitchFamily="2" charset="0"/>
              </a:rPr>
              <a:t>POST</a:t>
            </a:r>
            <a:r>
              <a:rPr lang="en-US" sz="1200" b="1" dirty="0">
                <a:latin typeface="Space Grotesk" pitchFamily="2" charset="0"/>
                <a:cs typeface="Space Grotesk" pitchFamily="2" charset="0"/>
              </a:rPr>
              <a:t> </a:t>
            </a:r>
            <a:r>
              <a:rPr lang="en-US" sz="1200" dirty="0">
                <a:latin typeface="Space Grotesk" pitchFamily="2" charset="0"/>
                <a:cs typeface="Space Grotesk" pitchFamily="2" charset="0"/>
              </a:rPr>
              <a:t>/v1.0/</a:t>
            </a:r>
            <a:r>
              <a:rPr lang="en-US" sz="1200" b="1" dirty="0">
                <a:solidFill>
                  <a:schemeClr val="accent6"/>
                </a:solidFill>
                <a:latin typeface="Space Grotesk" pitchFamily="2" charset="0"/>
                <a:cs typeface="Space Grotesk" pitchFamily="2" charset="0"/>
              </a:rPr>
              <a:t>state</a:t>
            </a:r>
            <a:r>
              <a:rPr lang="en-US" sz="1200" dirty="0">
                <a:latin typeface="Space Grotesk" pitchFamily="2" charset="0"/>
                <a:cs typeface="Space Grotesk" pitchFamily="2" charset="0"/>
              </a:rPr>
              <a:t>/</a:t>
            </a:r>
            <a:endParaRPr lang="en-NL" sz="1200" dirty="0"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134" name="Google Shape;777;p58">
            <a:extLst>
              <a:ext uri="{FF2B5EF4-FFF2-40B4-BE49-F238E27FC236}">
                <a16:creationId xmlns:a16="http://schemas.microsoft.com/office/drawing/2014/main" id="{725563AB-9D77-D64D-FB3B-DCF71877F15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63157" y="8725405"/>
            <a:ext cx="746881" cy="9413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442;p42">
            <a:extLst>
              <a:ext uri="{FF2B5EF4-FFF2-40B4-BE49-F238E27FC236}">
                <a16:creationId xmlns:a16="http://schemas.microsoft.com/office/drawing/2014/main" id="{8B70674B-30AE-DCB5-9691-C7B3B25818C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37615" y="7839302"/>
            <a:ext cx="0" cy="726619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05E5205-356A-3989-B325-71638A0903BB}"/>
              </a:ext>
            </a:extLst>
          </p:cNvPr>
          <p:cNvGrpSpPr/>
          <p:nvPr/>
        </p:nvGrpSpPr>
        <p:grpSpPr>
          <a:xfrm>
            <a:off x="5652376" y="7758015"/>
            <a:ext cx="1463862" cy="864366"/>
            <a:chOff x="5647227" y="7809722"/>
            <a:chExt cx="1463862" cy="864366"/>
          </a:xfrm>
        </p:grpSpPr>
        <p:pic>
          <p:nvPicPr>
            <p:cNvPr id="137" name="Google Shape;450;p42">
              <a:extLst>
                <a:ext uri="{FF2B5EF4-FFF2-40B4-BE49-F238E27FC236}">
                  <a16:creationId xmlns:a16="http://schemas.microsoft.com/office/drawing/2014/main" id="{A63B7499-4A5B-D9C1-B3B6-BBC7C99F5C2B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6046768" y="7809722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12A1813-C5E5-F237-5EAA-F943F97AC4C6}"/>
                </a:ext>
              </a:extLst>
            </p:cNvPr>
            <p:cNvSpPr txBox="1"/>
            <p:nvPr/>
          </p:nvSpPr>
          <p:spPr>
            <a:xfrm>
              <a:off x="5647227" y="8397089"/>
              <a:ext cx="1463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2"/>
                  </a:solidFill>
                  <a:latin typeface="Space Grotesk" pitchFamily="2" charset="0"/>
                  <a:cs typeface="Space Grotesk" pitchFamily="2" charset="0"/>
                </a:rPr>
                <a:t>POST</a:t>
              </a:r>
              <a:r>
                <a:rPr lang="en-US" sz="1200" b="1" dirty="0">
                  <a:latin typeface="Space Grotesk" pitchFamily="2" charset="0"/>
                  <a:cs typeface="Space Grotesk" pitchFamily="2" charset="0"/>
                </a:rPr>
                <a:t> </a:t>
              </a:r>
              <a:r>
                <a:rPr lang="en-US" sz="1200" dirty="0">
                  <a:latin typeface="Space Grotesk" pitchFamily="2" charset="0"/>
                  <a:cs typeface="Space Grotesk" pitchFamily="2" charset="0"/>
                </a:rPr>
                <a:t>/v1.0/</a:t>
              </a:r>
              <a:r>
                <a:rPr lang="en-US" sz="1200" b="1" dirty="0">
                  <a:solidFill>
                    <a:schemeClr val="accent6"/>
                  </a:solidFill>
                  <a:latin typeface="Space Grotesk" pitchFamily="2" charset="0"/>
                  <a:cs typeface="Space Grotesk" pitchFamily="2" charset="0"/>
                </a:rPr>
                <a:t>state</a:t>
              </a:r>
              <a:r>
                <a:rPr lang="en-US" sz="1200" dirty="0">
                  <a:latin typeface="Space Grotesk" pitchFamily="2" charset="0"/>
                  <a:cs typeface="Space Grotesk" pitchFamily="2" charset="0"/>
                </a:rPr>
                <a:t>/</a:t>
              </a:r>
              <a:endParaRPr lang="en-NL" sz="1200" dirty="0">
                <a:latin typeface="Space Grotesk" pitchFamily="2" charset="0"/>
                <a:cs typeface="Space Grotesk" pitchFamily="2" charset="0"/>
              </a:endParaRPr>
            </a:p>
          </p:txBody>
        </p:sp>
      </p:grp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8507B967-69D4-F047-F562-D7C6021B9C1F}"/>
              </a:ext>
            </a:extLst>
          </p:cNvPr>
          <p:cNvCxnSpPr>
            <a:cxnSpLocks/>
          </p:cNvCxnSpPr>
          <p:nvPr/>
        </p:nvCxnSpPr>
        <p:spPr>
          <a:xfrm rot="5400000">
            <a:off x="4274508" y="2540898"/>
            <a:ext cx="1346226" cy="2185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40" name="Google Shape;442;p42">
            <a:extLst>
              <a:ext uri="{FF2B5EF4-FFF2-40B4-BE49-F238E27FC236}">
                <a16:creationId xmlns:a16="http://schemas.microsoft.com/office/drawing/2014/main" id="{22126371-96AE-9FC9-FE7C-1CA2447E9672}"/>
              </a:ext>
            </a:extLst>
          </p:cNvPr>
          <p:cNvCxnSpPr>
            <a:cxnSpLocks/>
          </p:cNvCxnSpPr>
          <p:nvPr/>
        </p:nvCxnSpPr>
        <p:spPr>
          <a:xfrm>
            <a:off x="6005850" y="3659907"/>
            <a:ext cx="1538735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pic>
        <p:nvPicPr>
          <p:cNvPr id="47" name="Google Shape;1780;p3">
            <a:extLst>
              <a:ext uri="{FF2B5EF4-FFF2-40B4-BE49-F238E27FC236}">
                <a16:creationId xmlns:a16="http://schemas.microsoft.com/office/drawing/2014/main" id="{1389E160-62D3-178C-3684-A0C066D1159C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04158" y="5153592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546F04E-735B-90A6-0DEA-E870A3790DEC}"/>
              </a:ext>
            </a:extLst>
          </p:cNvPr>
          <p:cNvSpPr/>
          <p:nvPr/>
        </p:nvSpPr>
        <p:spPr>
          <a:xfrm>
            <a:off x="1217756" y="3550206"/>
            <a:ext cx="2621800" cy="4726434"/>
          </a:xfrm>
          <a:prstGeom prst="roundRect">
            <a:avLst/>
          </a:prstGeom>
          <a:noFill/>
          <a:ln w="444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93FF33-3D86-5918-4507-9B0924896FF6}"/>
              </a:ext>
            </a:extLst>
          </p:cNvPr>
          <p:cNvSpPr/>
          <p:nvPr/>
        </p:nvSpPr>
        <p:spPr>
          <a:xfrm flipH="1">
            <a:off x="3591023" y="6300079"/>
            <a:ext cx="367965" cy="1850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8D1825-8768-7115-86F8-7A68E6451DF5}"/>
              </a:ext>
            </a:extLst>
          </p:cNvPr>
          <p:cNvSpPr/>
          <p:nvPr/>
        </p:nvSpPr>
        <p:spPr>
          <a:xfrm flipH="1">
            <a:off x="3589238" y="6514016"/>
            <a:ext cx="367965" cy="1850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0" name="Google Shape;442;p42">
            <a:extLst>
              <a:ext uri="{FF2B5EF4-FFF2-40B4-BE49-F238E27FC236}">
                <a16:creationId xmlns:a16="http://schemas.microsoft.com/office/drawing/2014/main" id="{6073AC84-DE65-A96A-DA6B-2EFECB9712B7}"/>
              </a:ext>
            </a:extLst>
          </p:cNvPr>
          <p:cNvCxnSpPr>
            <a:cxnSpLocks/>
          </p:cNvCxnSpPr>
          <p:nvPr/>
        </p:nvCxnSpPr>
        <p:spPr>
          <a:xfrm flipH="1">
            <a:off x="3205849" y="7049137"/>
            <a:ext cx="145633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15E6C7D-ADD2-93CD-8DE1-15EE8BA7B071}"/>
              </a:ext>
            </a:extLst>
          </p:cNvPr>
          <p:cNvSpPr txBox="1"/>
          <p:nvPr/>
        </p:nvSpPr>
        <p:spPr>
          <a:xfrm>
            <a:off x="218268" y="5616823"/>
            <a:ext cx="2820215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  <a:latin typeface="Space Grotesk" pitchFamily="2" charset="0"/>
                <a:cs typeface="Space Grotesk" pitchFamily="2" charset="0"/>
              </a:rPr>
              <a:t>POST</a:t>
            </a:r>
            <a:r>
              <a:rPr lang="en-US" sz="1200" b="1" dirty="0">
                <a:latin typeface="Space Grotesk" pitchFamily="2" charset="0"/>
                <a:cs typeface="Space Grotesk" pitchFamily="2" charset="0"/>
              </a:rPr>
              <a:t> </a:t>
            </a:r>
            <a:r>
              <a:rPr lang="en-US" sz="1200" dirty="0">
                <a:latin typeface="Space Grotesk" pitchFamily="2" charset="0"/>
                <a:cs typeface="Space Grotesk" pitchFamily="2" charset="0"/>
              </a:rPr>
              <a:t>/v1.0/</a:t>
            </a:r>
            <a:r>
              <a:rPr lang="en-US" sz="1200" b="1" dirty="0">
                <a:solidFill>
                  <a:schemeClr val="accent6"/>
                </a:solidFill>
                <a:latin typeface="Space Grotesk" pitchFamily="2" charset="0"/>
                <a:cs typeface="Space Grotesk" pitchFamily="2" charset="0"/>
              </a:rPr>
              <a:t>actors</a:t>
            </a:r>
            <a:r>
              <a:rPr lang="en-US" sz="1200" dirty="0">
                <a:latin typeface="Space Grotesk" pitchFamily="2" charset="0"/>
                <a:cs typeface="Space Grotesk" pitchFamily="2" charset="0"/>
              </a:rPr>
              <a:t>/</a:t>
            </a:r>
            <a:endParaRPr lang="en-NL" sz="1200" dirty="0">
              <a:latin typeface="Space Grotesk" pitchFamily="2" charset="0"/>
              <a:cs typeface="Space Grotesk" pitchFamily="2" charset="0"/>
            </a:endParaRPr>
          </a:p>
        </p:txBody>
      </p:sp>
      <p:cxnSp>
        <p:nvCxnSpPr>
          <p:cNvPr id="27" name="Google Shape;442;p42">
            <a:extLst>
              <a:ext uri="{FF2B5EF4-FFF2-40B4-BE49-F238E27FC236}">
                <a16:creationId xmlns:a16="http://schemas.microsoft.com/office/drawing/2014/main" id="{F6FABCE4-EACC-C327-D4C8-FAE41215FD2E}"/>
              </a:ext>
            </a:extLst>
          </p:cNvPr>
          <p:cNvCxnSpPr>
            <a:cxnSpLocks/>
          </p:cNvCxnSpPr>
          <p:nvPr/>
        </p:nvCxnSpPr>
        <p:spPr>
          <a:xfrm flipV="1">
            <a:off x="2459612" y="5110480"/>
            <a:ext cx="0" cy="1064792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04E3C6C-6D6E-52AD-10FB-F36745C14657}"/>
              </a:ext>
            </a:extLst>
          </p:cNvPr>
          <p:cNvSpPr/>
          <p:nvPr/>
        </p:nvSpPr>
        <p:spPr>
          <a:xfrm flipH="1">
            <a:off x="1202516" y="8069611"/>
            <a:ext cx="2592353" cy="340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B59D13-8B28-7339-0E06-6159259658DD}"/>
              </a:ext>
            </a:extLst>
          </p:cNvPr>
          <p:cNvSpPr/>
          <p:nvPr/>
        </p:nvSpPr>
        <p:spPr>
          <a:xfrm flipH="1">
            <a:off x="1050118" y="6393661"/>
            <a:ext cx="367965" cy="1850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3167B3B-EE2B-907D-B728-3945EFD98A3D}"/>
              </a:ext>
            </a:extLst>
          </p:cNvPr>
          <p:cNvSpPr/>
          <p:nvPr/>
        </p:nvSpPr>
        <p:spPr>
          <a:xfrm>
            <a:off x="1214853" y="6247827"/>
            <a:ext cx="8278914" cy="2003320"/>
          </a:xfrm>
          <a:prstGeom prst="roundRect">
            <a:avLst/>
          </a:prstGeom>
          <a:noFill/>
          <a:ln w="444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6B8DCC-C05A-DF93-61EE-C47BBDC40BD1}"/>
              </a:ext>
            </a:extLst>
          </p:cNvPr>
          <p:cNvSpPr/>
          <p:nvPr/>
        </p:nvSpPr>
        <p:spPr>
          <a:xfrm>
            <a:off x="1243342" y="6199151"/>
            <a:ext cx="2592357" cy="264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Google Shape;1832;p5">
            <a:extLst>
              <a:ext uri="{FF2B5EF4-FFF2-40B4-BE49-F238E27FC236}">
                <a16:creationId xmlns:a16="http://schemas.microsoft.com/office/drawing/2014/main" id="{8523E0E6-6F96-5FE0-1707-786AE5A709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78176" y="6336955"/>
            <a:ext cx="1766667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833;p5">
            <a:extLst>
              <a:ext uri="{FF2B5EF4-FFF2-40B4-BE49-F238E27FC236}">
                <a16:creationId xmlns:a16="http://schemas.microsoft.com/office/drawing/2014/main" id="{ED86A091-81D8-9673-791A-813BD122C60D}"/>
              </a:ext>
            </a:extLst>
          </p:cNvPr>
          <p:cNvSpPr txBox="1"/>
          <p:nvPr/>
        </p:nvSpPr>
        <p:spPr>
          <a:xfrm>
            <a:off x="1896590" y="6877652"/>
            <a:ext cx="109471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Make-Line</a:t>
            </a:r>
          </a:p>
        </p:txBody>
      </p:sp>
      <p:pic>
        <p:nvPicPr>
          <p:cNvPr id="132" name="Google Shape;450;p42">
            <a:extLst>
              <a:ext uri="{FF2B5EF4-FFF2-40B4-BE49-F238E27FC236}">
                <a16:creationId xmlns:a16="http://schemas.microsoft.com/office/drawing/2014/main" id="{2E22A764-E51A-5F62-3854-AA1F118D95E3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973914" y="7749703"/>
            <a:ext cx="540000" cy="5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442;p42">
            <a:extLst>
              <a:ext uri="{FF2B5EF4-FFF2-40B4-BE49-F238E27FC236}">
                <a16:creationId xmlns:a16="http://schemas.microsoft.com/office/drawing/2014/main" id="{CB9A69EF-9A80-1CBD-F8C5-9D528002AB29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59612" y="7830990"/>
            <a:ext cx="0" cy="726619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pic>
        <p:nvPicPr>
          <p:cNvPr id="3" name="Google Shape;881;p64">
            <a:extLst>
              <a:ext uri="{FF2B5EF4-FFF2-40B4-BE49-F238E27FC236}">
                <a16:creationId xmlns:a16="http://schemas.microsoft.com/office/drawing/2014/main" id="{28AB1D81-1F20-662A-38B8-6B596ECB3724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759322" y="7845496"/>
            <a:ext cx="825528" cy="8379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43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Dapr">
      <a:dk1>
        <a:srgbClr val="121C29"/>
      </a:dk1>
      <a:lt1>
        <a:srgbClr val="FCFCFC"/>
      </a:lt1>
      <a:dk2>
        <a:srgbClr val="121C29"/>
      </a:dk2>
      <a:lt2>
        <a:srgbClr val="AAAAAA"/>
      </a:lt2>
      <a:accent1>
        <a:srgbClr val="0D2192"/>
      </a:accent1>
      <a:accent2>
        <a:srgbClr val="3EA9F5"/>
      </a:accent2>
      <a:accent3>
        <a:srgbClr val="489FB5"/>
      </a:accent3>
      <a:accent4>
        <a:srgbClr val="0BDDA3"/>
      </a:accent4>
      <a:accent5>
        <a:srgbClr val="EFCA08"/>
      </a:accent5>
      <a:accent6>
        <a:srgbClr val="FF4E00"/>
      </a:accent6>
      <a:hlink>
        <a:srgbClr val="3EA9F5"/>
      </a:hlink>
      <a:folHlink>
        <a:srgbClr val="3EA9F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5042</TotalTime>
  <Words>64</Words>
  <Application>Microsoft Macintosh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Space Grotesk Medium</vt:lpstr>
      <vt:lpstr>Space Grotesk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file</dc:title>
  <dc:creator>Marc Duiker</dc:creator>
  <cp:lastModifiedBy>Fernando Rocha</cp:lastModifiedBy>
  <cp:revision>49</cp:revision>
  <dcterms:created xsi:type="dcterms:W3CDTF">2023-07-25T15:46:21Z</dcterms:created>
  <dcterms:modified xsi:type="dcterms:W3CDTF">2024-06-07T08:43:05Z</dcterms:modified>
</cp:coreProperties>
</file>