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embeddedFontLst>
    <p:embeddedFont>
      <p:font typeface="Space Grotesk" pitchFamily="2" charset="77"/>
      <p:regular r:id="rId4"/>
      <p:bold r:id="rId5"/>
    </p:embeddedFont>
    <p:embeddedFont>
      <p:font typeface="Space Grotesk Medium" pitchFamily="2" charset="77"/>
      <p:regular r:id="rId6"/>
      <p:bold r:id="rId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58" roundtripDataSignature="AMtx7mhuAUSRUHXfBEQMryvGwGYUe/XPs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09D089E-C99D-43FF-984D-918BA56B0C68}" v="1" dt="2024-04-01T17:00:25.169"/>
  </p1510:revLst>
</p1510:revInfo>
</file>

<file path=ppt/tableStyles.xml><?xml version="1.0" encoding="utf-8"?>
<a:tblStyleLst xmlns:a="http://schemas.openxmlformats.org/drawingml/2006/main" def="{AB39FD84-3D69-4937-9D8F-CB47EF7A7876}">
  <a:tblStyle styleId="{AB39FD84-3D69-4937-9D8F-CB47EF7A787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13"/>
    <p:restoredTop sz="94694"/>
  </p:normalViewPr>
  <p:slideViewPr>
    <p:cSldViewPr snapToGrid="0">
      <p:cViewPr varScale="1">
        <p:scale>
          <a:sx n="104" d="100"/>
          <a:sy n="104" d="100"/>
        </p:scale>
        <p:origin x="104" y="4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63" Type="http://schemas.microsoft.com/office/2015/10/relationships/revisionInfo" Target="revisionInfo.xml"/><Relationship Id="rId3" Type="http://schemas.openxmlformats.org/officeDocument/2006/relationships/notesMaster" Target="notesMasters/notesMaster1.xml"/><Relationship Id="rId159" Type="http://schemas.openxmlformats.org/officeDocument/2006/relationships/presProps" Target="presProps.xml"/><Relationship Id="rId7" Type="http://schemas.openxmlformats.org/officeDocument/2006/relationships/font" Target="fonts/font4.fntdata"/><Relationship Id="rId158" Type="http://customschemas.google.com/relationships/presentationmetadata" Target="metadata"/><Relationship Id="rId162" Type="http://schemas.openxmlformats.org/officeDocument/2006/relationships/tableStyles" Target="tableStyles.xml"/><Relationship Id="rId2" Type="http://schemas.openxmlformats.org/officeDocument/2006/relationships/slide" Target="slides/slide1.xml"/><Relationship Id="rId16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5" Type="http://schemas.openxmlformats.org/officeDocument/2006/relationships/font" Target="fonts/font2.fntdata"/><Relationship Id="rId160" Type="http://schemas.openxmlformats.org/officeDocument/2006/relationships/viewProps" Target="viewProps.xml"/><Relationship Id="rId4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_orange">
  <p:cSld name="section_orange">
    <p:bg>
      <p:bgPr>
        <a:solidFill>
          <a:schemeClr val="accent6"/>
        </a:solidFill>
        <a:effectLst/>
      </p:bgPr>
    </p:bg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82"/>
          <p:cNvSpPr txBox="1">
            <a:spLocks noGrp="1"/>
          </p:cNvSpPr>
          <p:nvPr>
            <p:ph type="title"/>
          </p:nvPr>
        </p:nvSpPr>
        <p:spPr>
          <a:xfrm>
            <a:off x="185950" y="3600000"/>
            <a:ext cx="11820099" cy="92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  <a:defRPr sz="44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1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Space Grotesk Medium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21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98B"/>
              </a:buClr>
              <a:buSzPts val="2400"/>
              <a:buNone/>
              <a:defRPr sz="2400">
                <a:solidFill>
                  <a:srgbClr val="88898B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98B"/>
              </a:buClr>
              <a:buSzPts val="2000"/>
              <a:buNone/>
              <a:defRPr sz="2000">
                <a:solidFill>
                  <a:srgbClr val="88898B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98B"/>
              </a:buClr>
              <a:buSzPts val="1800"/>
              <a:buNone/>
              <a:defRPr sz="1800">
                <a:solidFill>
                  <a:srgbClr val="88898B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98B"/>
              </a:buClr>
              <a:buSzPts val="1600"/>
              <a:buNone/>
              <a:defRPr sz="1600">
                <a:solidFill>
                  <a:srgbClr val="88898B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98B"/>
              </a:buClr>
              <a:buSzPts val="1600"/>
              <a:buNone/>
              <a:defRPr sz="1600">
                <a:solidFill>
                  <a:srgbClr val="88898B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98B"/>
              </a:buClr>
              <a:buSzPts val="1600"/>
              <a:buNone/>
              <a:defRPr sz="1600">
                <a:solidFill>
                  <a:srgbClr val="88898B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98B"/>
              </a:buClr>
              <a:buSzPts val="1600"/>
              <a:buNone/>
              <a:defRPr sz="1600">
                <a:solidFill>
                  <a:srgbClr val="88898B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98B"/>
              </a:buClr>
              <a:buSzPts val="1600"/>
              <a:buNone/>
              <a:defRPr sz="1600">
                <a:solidFill>
                  <a:srgbClr val="88898B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98B"/>
              </a:buClr>
              <a:buSzPts val="1600"/>
              <a:buNone/>
              <a:defRPr sz="1600">
                <a:solidFill>
                  <a:srgbClr val="88898B"/>
                </a:solidFill>
              </a:defRPr>
            </a:lvl9pPr>
          </a:lstStyle>
          <a:p>
            <a:endParaRPr/>
          </a:p>
        </p:txBody>
      </p:sp>
      <p:sp>
        <p:nvSpPr>
          <p:cNvPr id="43" name="Google Shape;43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2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2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9" name="Google Shape;49;p22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0" name="Google Shape;50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23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23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6" name="Google Shape;56;p23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7" name="Google Shape;57;p23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8" name="Google Shape;58;p23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9" name="Google Shape;59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26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Space Grotesk Medium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26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74" name="Google Shape;74;p26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5" name="Google Shape;75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7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Space Grotesk Medium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27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81" name="Google Shape;81;p27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82" name="Google Shape;82;p2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7" name="Google Shape;87;p28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8" name="Google Shape;88;p2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2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2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9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3" name="Google Shape;93;p29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4" name="Google Shape;94;p2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2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6" name="Google Shape;96;p2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Space Grotesk Medium"/>
              <a:buNone/>
              <a:defRPr sz="4400" b="0" i="0" u="none" strike="noStrike" cap="none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8" name="Google Shape;8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9" name="Google Shape;9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10" name="Google Shape;10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9" name="Google Shape;1470;p112">
            <a:extLst>
              <a:ext uri="{FF2B5EF4-FFF2-40B4-BE49-F238E27FC236}">
                <a16:creationId xmlns:a16="http://schemas.microsoft.com/office/drawing/2014/main" id="{4225ABA9-DAC7-AF21-6158-30ACAC064E8D}"/>
              </a:ext>
            </a:extLst>
          </p:cNvPr>
          <p:cNvGrpSpPr/>
          <p:nvPr/>
        </p:nvGrpSpPr>
        <p:grpSpPr>
          <a:xfrm>
            <a:off x="10347488" y="513986"/>
            <a:ext cx="1467239" cy="1457444"/>
            <a:chOff x="4285033" y="2530794"/>
            <a:chExt cx="2433176" cy="2393305"/>
          </a:xfrm>
        </p:grpSpPr>
        <p:pic>
          <p:nvPicPr>
            <p:cNvPr id="90" name="Google Shape;1471;p112">
              <a:extLst>
                <a:ext uri="{FF2B5EF4-FFF2-40B4-BE49-F238E27FC236}">
                  <a16:creationId xmlns:a16="http://schemas.microsoft.com/office/drawing/2014/main" id="{70203C35-2957-FE92-D4D3-2374AFD3CB12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4781622" y="2530794"/>
              <a:ext cx="1440000" cy="14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1" name="Google Shape;1472;p112">
              <a:extLst>
                <a:ext uri="{FF2B5EF4-FFF2-40B4-BE49-F238E27FC236}">
                  <a16:creationId xmlns:a16="http://schemas.microsoft.com/office/drawing/2014/main" id="{4C8486C5-C129-911B-2F05-FCCAD6B84FA6}"/>
                </a:ext>
              </a:extLst>
            </p:cNvPr>
            <p:cNvSpPr txBox="1"/>
            <p:nvPr/>
          </p:nvSpPr>
          <p:spPr>
            <a:xfrm>
              <a:off x="4285033" y="4064972"/>
              <a:ext cx="2433176" cy="85912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lang="en-US" sz="1400" b="1" i="0" u="none" strike="noStrike" cap="none" dirty="0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Cron input binding</a:t>
              </a:r>
              <a:endParaRPr sz="1400" b="1" i="0" u="none" strike="noStrike" cap="none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A3927644-0444-932D-9D97-3B7D9B578F48}"/>
              </a:ext>
            </a:extLst>
          </p:cNvPr>
          <p:cNvGrpSpPr/>
          <p:nvPr/>
        </p:nvGrpSpPr>
        <p:grpSpPr>
          <a:xfrm>
            <a:off x="5839717" y="178554"/>
            <a:ext cx="3086357" cy="1265998"/>
            <a:chOff x="3517336" y="1909198"/>
            <a:chExt cx="3086357" cy="1265998"/>
          </a:xfrm>
        </p:grpSpPr>
        <p:cxnSp>
          <p:nvCxnSpPr>
            <p:cNvPr id="35" name="Google Shape;442;p42">
              <a:extLst>
                <a:ext uri="{FF2B5EF4-FFF2-40B4-BE49-F238E27FC236}">
                  <a16:creationId xmlns:a16="http://schemas.microsoft.com/office/drawing/2014/main" id="{49DCCCEF-F61E-2779-06E0-9B37953EF845}"/>
                </a:ext>
              </a:extLst>
            </p:cNvPr>
            <p:cNvCxnSpPr>
              <a:cxnSpLocks/>
            </p:cNvCxnSpPr>
            <p:nvPr/>
          </p:nvCxnSpPr>
          <p:spPr>
            <a:xfrm>
              <a:off x="3533101" y="2853511"/>
              <a:ext cx="154685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triangle" w="lg" len="lg"/>
            </a:ln>
          </p:spPr>
        </p:cxnSp>
        <p:pic>
          <p:nvPicPr>
            <p:cNvPr id="36" name="Google Shape;448;p42">
              <a:extLst>
                <a:ext uri="{FF2B5EF4-FFF2-40B4-BE49-F238E27FC236}">
                  <a16:creationId xmlns:a16="http://schemas.microsoft.com/office/drawing/2014/main" id="{6D8516C0-ED39-BA33-952D-3E0B83D62AD9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999002" y="1909198"/>
              <a:ext cx="54000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3F991F66-D0BF-C0A2-023E-01CC9E3BD74A}"/>
                </a:ext>
              </a:extLst>
            </p:cNvPr>
            <p:cNvSpPr txBox="1"/>
            <p:nvPr/>
          </p:nvSpPr>
          <p:spPr>
            <a:xfrm>
              <a:off x="3517336" y="2468207"/>
              <a:ext cx="162897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>
                  <a:solidFill>
                    <a:schemeClr val="accent2"/>
                  </a:solidFill>
                  <a:latin typeface="Space Grotesk" pitchFamily="2" charset="0"/>
                  <a:cs typeface="Space Grotesk" pitchFamily="2" charset="0"/>
                </a:rPr>
                <a:t>POST</a:t>
              </a:r>
              <a:r>
                <a:rPr lang="en-US" sz="1200" b="1" dirty="0">
                  <a:latin typeface="Space Grotesk" pitchFamily="2" charset="0"/>
                  <a:cs typeface="Space Grotesk" pitchFamily="2" charset="0"/>
                </a:rPr>
                <a:t> </a:t>
              </a:r>
              <a:r>
                <a:rPr lang="en-US" sz="1200" dirty="0">
                  <a:latin typeface="Space Grotesk" pitchFamily="2" charset="0"/>
                  <a:cs typeface="Space Grotesk" pitchFamily="2" charset="0"/>
                </a:rPr>
                <a:t>/v1.0/</a:t>
              </a:r>
              <a:r>
                <a:rPr lang="en-US" sz="1200" b="1" dirty="0">
                  <a:solidFill>
                    <a:schemeClr val="accent6"/>
                  </a:solidFill>
                  <a:latin typeface="Space Grotesk" pitchFamily="2" charset="0"/>
                  <a:cs typeface="Space Grotesk" pitchFamily="2" charset="0"/>
                </a:rPr>
                <a:t>publish</a:t>
              </a:r>
              <a:r>
                <a:rPr lang="en-US" sz="1200" dirty="0">
                  <a:latin typeface="Space Grotesk" pitchFamily="2" charset="0"/>
                  <a:cs typeface="Space Grotesk" pitchFamily="2" charset="0"/>
                </a:rPr>
                <a:t>/</a:t>
              </a:r>
              <a:endParaRPr lang="en-NL" sz="1200" dirty="0">
                <a:latin typeface="Space Grotesk" pitchFamily="2" charset="0"/>
                <a:cs typeface="Space Grotesk" pitchFamily="2" charset="0"/>
              </a:endParaRPr>
            </a:p>
          </p:txBody>
        </p: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C5EC879F-8DC3-2774-753D-C76C5DA00144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5160311" y="2552396"/>
              <a:ext cx="1443382" cy="622800"/>
              <a:chOff x="2698596" y="1626722"/>
              <a:chExt cx="1800000" cy="776676"/>
            </a:xfrm>
          </p:grpSpPr>
          <p:pic>
            <p:nvPicPr>
              <p:cNvPr id="39" name="Google Shape;1922;p8">
                <a:extLst>
                  <a:ext uri="{FF2B5EF4-FFF2-40B4-BE49-F238E27FC236}">
                    <a16:creationId xmlns:a16="http://schemas.microsoft.com/office/drawing/2014/main" id="{CB3BCAE1-B740-CF5A-1AB1-ECA6E83CC106}"/>
                  </a:ext>
                </a:extLst>
              </p:cNvPr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2698596" y="1626722"/>
                <a:ext cx="1800000" cy="776676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0" name="Google Shape;1931;p8">
                <a:extLst>
                  <a:ext uri="{FF2B5EF4-FFF2-40B4-BE49-F238E27FC236}">
                    <a16:creationId xmlns:a16="http://schemas.microsoft.com/office/drawing/2014/main" id="{E030D7DE-AF4B-6702-E09D-913196586709}"/>
                  </a:ext>
                </a:extLst>
              </p:cNvPr>
              <p:cNvSpPr txBox="1"/>
              <p:nvPr/>
            </p:nvSpPr>
            <p:spPr>
              <a:xfrm>
                <a:off x="2766412" y="1748904"/>
                <a:ext cx="1288822" cy="34538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200" b="1" i="0" u="none" strike="noStrike" cap="none" dirty="0">
                  <a:solidFill>
                    <a:srgbClr val="121C29"/>
                  </a:solidFill>
                  <a:latin typeface="Space Grotesk"/>
                  <a:ea typeface="Space Grotesk"/>
                  <a:cs typeface="Space Grotesk"/>
                  <a:sym typeface="Space Grotesk"/>
                </a:endParaRPr>
              </a:p>
            </p:txBody>
          </p:sp>
        </p:grpSp>
      </p:grpSp>
      <p:grpSp>
        <p:nvGrpSpPr>
          <p:cNvPr id="5" name="Google Shape;1814;p4">
            <a:extLst>
              <a:ext uri="{FF2B5EF4-FFF2-40B4-BE49-F238E27FC236}">
                <a16:creationId xmlns:a16="http://schemas.microsoft.com/office/drawing/2014/main" id="{1A2E97AE-4762-0DAF-6733-A070B764A5A8}"/>
              </a:ext>
            </a:extLst>
          </p:cNvPr>
          <p:cNvGrpSpPr>
            <a:grpSpLocks noChangeAspect="1"/>
          </p:cNvGrpSpPr>
          <p:nvPr/>
        </p:nvGrpSpPr>
        <p:grpSpPr>
          <a:xfrm>
            <a:off x="853511" y="394582"/>
            <a:ext cx="1766667" cy="1800000"/>
            <a:chOff x="3071990" y="1647687"/>
            <a:chExt cx="1855000" cy="1890000"/>
          </a:xfrm>
        </p:grpSpPr>
        <p:pic>
          <p:nvPicPr>
            <p:cNvPr id="6" name="Google Shape;1815;p4">
              <a:extLst>
                <a:ext uri="{FF2B5EF4-FFF2-40B4-BE49-F238E27FC236}">
                  <a16:creationId xmlns:a16="http://schemas.microsoft.com/office/drawing/2014/main" id="{FDA63878-7025-D694-366B-AC416FD590F0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3071990" y="1647687"/>
              <a:ext cx="1855000" cy="189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7" name="Google Shape;1816;p4">
              <a:extLst>
                <a:ext uri="{FF2B5EF4-FFF2-40B4-BE49-F238E27FC236}">
                  <a16:creationId xmlns:a16="http://schemas.microsoft.com/office/drawing/2014/main" id="{71619311-84C8-0A87-84A6-6E2F17DF0A49}"/>
                </a:ext>
              </a:extLst>
            </p:cNvPr>
            <p:cNvSpPr txBox="1"/>
            <p:nvPr/>
          </p:nvSpPr>
          <p:spPr>
            <a:xfrm>
              <a:off x="3218446" y="2085507"/>
              <a:ext cx="1149446" cy="5231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lang="en-US" sz="1400" b="1" i="0" u="none" strike="noStrike" cap="none" dirty="0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Virtual Customer</a:t>
              </a:r>
              <a:endParaRPr sz="1400" b="1" i="0" u="none" strike="noStrike" cap="none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grpSp>
        <p:nvGrpSpPr>
          <p:cNvPr id="8" name="Google Shape;1814;p4">
            <a:extLst>
              <a:ext uri="{FF2B5EF4-FFF2-40B4-BE49-F238E27FC236}">
                <a16:creationId xmlns:a16="http://schemas.microsoft.com/office/drawing/2014/main" id="{0EE91193-F515-CF7C-883B-A8F4BD307F04}"/>
              </a:ext>
            </a:extLst>
          </p:cNvPr>
          <p:cNvGrpSpPr>
            <a:grpSpLocks noChangeAspect="1"/>
          </p:cNvGrpSpPr>
          <p:nvPr/>
        </p:nvGrpSpPr>
        <p:grpSpPr>
          <a:xfrm>
            <a:off x="10391164" y="2981452"/>
            <a:ext cx="1766667" cy="1800000"/>
            <a:chOff x="3071990" y="1647687"/>
            <a:chExt cx="1855000" cy="1890000"/>
          </a:xfrm>
        </p:grpSpPr>
        <p:pic>
          <p:nvPicPr>
            <p:cNvPr id="9" name="Google Shape;1815;p4">
              <a:extLst>
                <a:ext uri="{FF2B5EF4-FFF2-40B4-BE49-F238E27FC236}">
                  <a16:creationId xmlns:a16="http://schemas.microsoft.com/office/drawing/2014/main" id="{E479ECE4-A529-DE1A-D17F-8168EE7F5096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3071990" y="1647687"/>
              <a:ext cx="1855000" cy="189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0" name="Google Shape;1816;p4">
              <a:extLst>
                <a:ext uri="{FF2B5EF4-FFF2-40B4-BE49-F238E27FC236}">
                  <a16:creationId xmlns:a16="http://schemas.microsoft.com/office/drawing/2014/main" id="{5C1D1D94-EC1B-9F7D-527D-6B6ED996AEE5}"/>
                </a:ext>
              </a:extLst>
            </p:cNvPr>
            <p:cNvSpPr txBox="1"/>
            <p:nvPr/>
          </p:nvSpPr>
          <p:spPr>
            <a:xfrm>
              <a:off x="3218830" y="2101719"/>
              <a:ext cx="1149446" cy="5231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lang="en-US" sz="1400" b="1" i="0" u="none" strike="noStrike" cap="none" dirty="0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Virtual Worker</a:t>
              </a:r>
              <a:endParaRPr sz="1400" b="1" i="0" u="none" strike="noStrike" cap="none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grpSp>
        <p:nvGrpSpPr>
          <p:cNvPr id="11" name="Google Shape;1831;p5">
            <a:extLst>
              <a:ext uri="{FF2B5EF4-FFF2-40B4-BE49-F238E27FC236}">
                <a16:creationId xmlns:a16="http://schemas.microsoft.com/office/drawing/2014/main" id="{C00A405F-ADA7-DFF7-23E8-8D9D9D560FDC}"/>
              </a:ext>
            </a:extLst>
          </p:cNvPr>
          <p:cNvGrpSpPr>
            <a:grpSpLocks noChangeAspect="1"/>
          </p:cNvGrpSpPr>
          <p:nvPr/>
        </p:nvGrpSpPr>
        <p:grpSpPr>
          <a:xfrm>
            <a:off x="3880560" y="409820"/>
            <a:ext cx="1766667" cy="1800000"/>
            <a:chOff x="1008840" y="1539000"/>
            <a:chExt cx="1855000" cy="1890000"/>
          </a:xfrm>
        </p:grpSpPr>
        <p:pic>
          <p:nvPicPr>
            <p:cNvPr id="12" name="Google Shape;1832;p5">
              <a:extLst>
                <a:ext uri="{FF2B5EF4-FFF2-40B4-BE49-F238E27FC236}">
                  <a16:creationId xmlns:a16="http://schemas.microsoft.com/office/drawing/2014/main" id="{E958E791-32C3-3EA0-A946-FF428CD3304D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1008840" y="1539000"/>
              <a:ext cx="1855000" cy="189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3" name="Google Shape;1833;p5">
              <a:extLst>
                <a:ext uri="{FF2B5EF4-FFF2-40B4-BE49-F238E27FC236}">
                  <a16:creationId xmlns:a16="http://schemas.microsoft.com/office/drawing/2014/main" id="{61956CAD-B531-7B2F-48A6-0F42F5F29F5A}"/>
                </a:ext>
              </a:extLst>
            </p:cNvPr>
            <p:cNvSpPr txBox="1"/>
            <p:nvPr/>
          </p:nvSpPr>
          <p:spPr>
            <a:xfrm>
              <a:off x="1527421" y="2024364"/>
              <a:ext cx="1190789" cy="54933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lang="en-US" sz="1400" b="1" i="0" u="none" strike="noStrike" cap="none" dirty="0">
                  <a:solidFill>
                    <a:schemeClr val="lt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Order Service</a:t>
              </a:r>
              <a:endParaRPr sz="1400" b="1" i="0" u="none" strike="noStrike" cap="none" dirty="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grpSp>
        <p:nvGrpSpPr>
          <p:cNvPr id="14" name="Google Shape;1831;p5">
            <a:extLst>
              <a:ext uri="{FF2B5EF4-FFF2-40B4-BE49-F238E27FC236}">
                <a16:creationId xmlns:a16="http://schemas.microsoft.com/office/drawing/2014/main" id="{8CF97233-4800-AE56-10BF-217B6D9574E0}"/>
              </a:ext>
            </a:extLst>
          </p:cNvPr>
          <p:cNvGrpSpPr>
            <a:grpSpLocks noChangeAspect="1"/>
          </p:cNvGrpSpPr>
          <p:nvPr/>
        </p:nvGrpSpPr>
        <p:grpSpPr>
          <a:xfrm>
            <a:off x="4088815" y="5735133"/>
            <a:ext cx="1766667" cy="1800000"/>
            <a:chOff x="1008840" y="1539000"/>
            <a:chExt cx="1855000" cy="1890000"/>
          </a:xfrm>
        </p:grpSpPr>
        <p:pic>
          <p:nvPicPr>
            <p:cNvPr id="15" name="Google Shape;1832;p5">
              <a:extLst>
                <a:ext uri="{FF2B5EF4-FFF2-40B4-BE49-F238E27FC236}">
                  <a16:creationId xmlns:a16="http://schemas.microsoft.com/office/drawing/2014/main" id="{702F29EB-5B89-285B-1947-48B3A82785DF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1008840" y="1539000"/>
              <a:ext cx="1855000" cy="189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833;p5">
              <a:extLst>
                <a:ext uri="{FF2B5EF4-FFF2-40B4-BE49-F238E27FC236}">
                  <a16:creationId xmlns:a16="http://schemas.microsoft.com/office/drawing/2014/main" id="{4A37FE11-646C-CA0E-E812-14982ADCEDC8}"/>
                </a:ext>
              </a:extLst>
            </p:cNvPr>
            <p:cNvSpPr txBox="1"/>
            <p:nvPr/>
          </p:nvSpPr>
          <p:spPr>
            <a:xfrm>
              <a:off x="1556960" y="2090951"/>
              <a:ext cx="1149446" cy="30773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lang="en-US" sz="1400" b="1" i="0" u="none" strike="noStrike" cap="none" dirty="0">
                  <a:solidFill>
                    <a:schemeClr val="lt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Make-Line</a:t>
              </a:r>
              <a:endParaRPr sz="1400" b="1" i="0" u="none" strike="noStrike" cap="none" dirty="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grpSp>
        <p:nvGrpSpPr>
          <p:cNvPr id="20" name="Google Shape;1831;p5">
            <a:extLst>
              <a:ext uri="{FF2B5EF4-FFF2-40B4-BE49-F238E27FC236}">
                <a16:creationId xmlns:a16="http://schemas.microsoft.com/office/drawing/2014/main" id="{414CB1B0-BF16-18B5-C138-B9400F5FD00B}"/>
              </a:ext>
            </a:extLst>
          </p:cNvPr>
          <p:cNvGrpSpPr>
            <a:grpSpLocks noChangeAspect="1"/>
          </p:cNvGrpSpPr>
          <p:nvPr/>
        </p:nvGrpSpPr>
        <p:grpSpPr>
          <a:xfrm>
            <a:off x="7172194" y="5735133"/>
            <a:ext cx="1766667" cy="1800000"/>
            <a:chOff x="1008840" y="1539000"/>
            <a:chExt cx="1855000" cy="1890000"/>
          </a:xfrm>
        </p:grpSpPr>
        <p:pic>
          <p:nvPicPr>
            <p:cNvPr id="21" name="Google Shape;1832;p5">
              <a:extLst>
                <a:ext uri="{FF2B5EF4-FFF2-40B4-BE49-F238E27FC236}">
                  <a16:creationId xmlns:a16="http://schemas.microsoft.com/office/drawing/2014/main" id="{8E0A6C24-2BA7-98EF-164C-3F2440519611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1008840" y="1539000"/>
              <a:ext cx="1855000" cy="189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2" name="Google Shape;1833;p5">
              <a:extLst>
                <a:ext uri="{FF2B5EF4-FFF2-40B4-BE49-F238E27FC236}">
                  <a16:creationId xmlns:a16="http://schemas.microsoft.com/office/drawing/2014/main" id="{04B5E665-AB56-6D63-4D1B-03CA14E2421E}"/>
                </a:ext>
              </a:extLst>
            </p:cNvPr>
            <p:cNvSpPr txBox="1"/>
            <p:nvPr/>
          </p:nvSpPr>
          <p:spPr>
            <a:xfrm>
              <a:off x="1490564" y="1956159"/>
              <a:ext cx="1305998" cy="54933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lang="en-US" sz="1400" b="1" i="0" u="none" strike="noStrike" cap="none" dirty="0">
                  <a:solidFill>
                    <a:schemeClr val="lt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Receipt Generation</a:t>
              </a:r>
            </a:p>
          </p:txBody>
        </p:sp>
      </p:grpSp>
      <p:pic>
        <p:nvPicPr>
          <p:cNvPr id="27" name="Google Shape;777;p58">
            <a:extLst>
              <a:ext uri="{FF2B5EF4-FFF2-40B4-BE49-F238E27FC236}">
                <a16:creationId xmlns:a16="http://schemas.microsoft.com/office/drawing/2014/main" id="{6CAEB624-73AB-7E2F-2F3B-16ECA11DE49D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730991" y="3923293"/>
            <a:ext cx="746881" cy="94139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" name="Google Shape;1089;p89">
            <a:extLst>
              <a:ext uri="{FF2B5EF4-FFF2-40B4-BE49-F238E27FC236}">
                <a16:creationId xmlns:a16="http://schemas.microsoft.com/office/drawing/2014/main" id="{96C22134-6DB7-46F9-32C5-DBC2609FA050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8101839" y="870558"/>
            <a:ext cx="313762" cy="525526"/>
          </a:xfrm>
          <a:prstGeom prst="rect">
            <a:avLst/>
          </a:prstGeom>
          <a:noFill/>
          <a:ln>
            <a:noFill/>
          </a:ln>
        </p:spPr>
      </p:pic>
      <p:sp>
        <p:nvSpPr>
          <p:cNvPr id="29" name="Google Shape;1090;p89">
            <a:extLst>
              <a:ext uri="{FF2B5EF4-FFF2-40B4-BE49-F238E27FC236}">
                <a16:creationId xmlns:a16="http://schemas.microsoft.com/office/drawing/2014/main" id="{C236FF25-7236-C616-14B1-8B1527319A8F}"/>
              </a:ext>
            </a:extLst>
          </p:cNvPr>
          <p:cNvSpPr txBox="1"/>
          <p:nvPr/>
        </p:nvSpPr>
        <p:spPr>
          <a:xfrm>
            <a:off x="7172194" y="967096"/>
            <a:ext cx="1299906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400" b="0" i="0" u="none" strike="noStrike" cap="none" dirty="0">
                <a:solidFill>
                  <a:srgbClr val="121C29"/>
                </a:solidFill>
                <a:latin typeface="Space Grotesk"/>
                <a:ea typeface="Space Grotesk"/>
                <a:cs typeface="Space Grotesk"/>
                <a:sym typeface="Space Grotesk"/>
              </a:rPr>
              <a:t>Kafka</a:t>
            </a:r>
            <a:endParaRPr sz="1400" b="0" i="0" u="none" strike="noStrike" cap="none" dirty="0">
              <a:solidFill>
                <a:srgbClr val="121C29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A86B07B6-DADF-30D0-5A75-F1100F7CC4AB}"/>
              </a:ext>
            </a:extLst>
          </p:cNvPr>
          <p:cNvGrpSpPr/>
          <p:nvPr/>
        </p:nvGrpSpPr>
        <p:grpSpPr>
          <a:xfrm>
            <a:off x="2435883" y="176651"/>
            <a:ext cx="1562615" cy="944313"/>
            <a:chOff x="3517336" y="1909198"/>
            <a:chExt cx="1562615" cy="944313"/>
          </a:xfrm>
        </p:grpSpPr>
        <p:cxnSp>
          <p:nvCxnSpPr>
            <p:cNvPr id="42" name="Google Shape;442;p42">
              <a:extLst>
                <a:ext uri="{FF2B5EF4-FFF2-40B4-BE49-F238E27FC236}">
                  <a16:creationId xmlns:a16="http://schemas.microsoft.com/office/drawing/2014/main" id="{58C4D7F4-E2D5-AAB2-2AD0-49AB0D10B744}"/>
                </a:ext>
              </a:extLst>
            </p:cNvPr>
            <p:cNvCxnSpPr>
              <a:cxnSpLocks/>
            </p:cNvCxnSpPr>
            <p:nvPr/>
          </p:nvCxnSpPr>
          <p:spPr>
            <a:xfrm>
              <a:off x="3533101" y="2853511"/>
              <a:ext cx="154685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triangle" w="lg" len="lg"/>
            </a:ln>
          </p:spPr>
        </p:cxnSp>
        <p:pic>
          <p:nvPicPr>
            <p:cNvPr id="43" name="Google Shape;448;p42">
              <a:extLst>
                <a:ext uri="{FF2B5EF4-FFF2-40B4-BE49-F238E27FC236}">
                  <a16:creationId xmlns:a16="http://schemas.microsoft.com/office/drawing/2014/main" id="{63A71C75-4694-D396-83A2-E50B729FCED3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999002" y="1909198"/>
              <a:ext cx="54000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AF5BD1D-1482-9F72-F30C-CFDEDD89AF8E}"/>
                </a:ext>
              </a:extLst>
            </p:cNvPr>
            <p:cNvSpPr txBox="1"/>
            <p:nvPr/>
          </p:nvSpPr>
          <p:spPr>
            <a:xfrm>
              <a:off x="3517336" y="2468207"/>
              <a:ext cx="15520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>
                  <a:solidFill>
                    <a:schemeClr val="accent2"/>
                  </a:solidFill>
                  <a:latin typeface="Space Grotesk" pitchFamily="2" charset="0"/>
                  <a:cs typeface="Space Grotesk" pitchFamily="2" charset="0"/>
                </a:rPr>
                <a:t>POST</a:t>
              </a:r>
              <a:r>
                <a:rPr lang="en-US" sz="1200" b="1" dirty="0">
                  <a:latin typeface="Space Grotesk" pitchFamily="2" charset="0"/>
                  <a:cs typeface="Space Grotesk" pitchFamily="2" charset="0"/>
                </a:rPr>
                <a:t> </a:t>
              </a:r>
              <a:r>
                <a:rPr lang="en-US" sz="1200" dirty="0">
                  <a:latin typeface="Space Grotesk" pitchFamily="2" charset="0"/>
                  <a:cs typeface="Space Grotesk" pitchFamily="2" charset="0"/>
                </a:rPr>
                <a:t>/v1.0/</a:t>
              </a:r>
              <a:r>
                <a:rPr lang="en-US" sz="1200" b="1" dirty="0">
                  <a:solidFill>
                    <a:schemeClr val="accent6"/>
                  </a:solidFill>
                  <a:latin typeface="Space Grotesk" pitchFamily="2" charset="0"/>
                  <a:cs typeface="Space Grotesk" pitchFamily="2" charset="0"/>
                </a:rPr>
                <a:t>invoke</a:t>
              </a:r>
              <a:r>
                <a:rPr lang="en-US" sz="1200" dirty="0">
                  <a:latin typeface="Space Grotesk" pitchFamily="2" charset="0"/>
                  <a:cs typeface="Space Grotesk" pitchFamily="2" charset="0"/>
                </a:rPr>
                <a:t>/</a:t>
              </a:r>
              <a:endParaRPr lang="en-NL" sz="1200" dirty="0">
                <a:latin typeface="Space Grotesk" pitchFamily="2" charset="0"/>
                <a:cs typeface="Space Grotesk" pitchFamily="2" charset="0"/>
              </a:endParaRPr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EC2C4419-447A-ECEE-37AD-F93CFD99140A}"/>
              </a:ext>
            </a:extLst>
          </p:cNvPr>
          <p:cNvSpPr txBox="1"/>
          <p:nvPr/>
        </p:nvSpPr>
        <p:spPr>
          <a:xfrm>
            <a:off x="8230101" y="1896452"/>
            <a:ext cx="175400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chemeClr val="accent2"/>
                </a:solidFill>
                <a:latin typeface="Space Grotesk" pitchFamily="2" charset="0"/>
                <a:cs typeface="Space Grotesk" pitchFamily="2" charset="0"/>
              </a:rPr>
              <a:t>GET</a:t>
            </a:r>
            <a:r>
              <a:rPr lang="en-US" sz="1200" b="1" dirty="0">
                <a:latin typeface="Space Grotesk" pitchFamily="2" charset="0"/>
                <a:cs typeface="Space Grotesk" pitchFamily="2" charset="0"/>
              </a:rPr>
              <a:t> </a:t>
            </a:r>
            <a:r>
              <a:rPr lang="en-US" sz="1200" dirty="0">
                <a:latin typeface="Space Grotesk" pitchFamily="2" charset="0"/>
                <a:cs typeface="Space Grotesk" pitchFamily="2" charset="0"/>
              </a:rPr>
              <a:t>/</a:t>
            </a:r>
            <a:r>
              <a:rPr lang="en-US" sz="1200" dirty="0" err="1">
                <a:latin typeface="Space Grotesk" pitchFamily="2" charset="0"/>
                <a:cs typeface="Space Grotesk" pitchFamily="2" charset="0"/>
              </a:rPr>
              <a:t>dapr</a:t>
            </a:r>
            <a:r>
              <a:rPr lang="en-US" sz="1200" dirty="0">
                <a:latin typeface="Space Grotesk" pitchFamily="2" charset="0"/>
                <a:cs typeface="Space Grotesk" pitchFamily="2" charset="0"/>
              </a:rPr>
              <a:t>/subscribe/</a:t>
            </a:r>
            <a:endParaRPr lang="en-NL" sz="1200" dirty="0">
              <a:latin typeface="Space Grotesk" pitchFamily="2" charset="0"/>
              <a:cs typeface="Space Grotesk" pitchFamily="2" charset="0"/>
            </a:endParaRPr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DE0D4998-20C2-9118-C91D-2249BF118EDC}"/>
              </a:ext>
            </a:extLst>
          </p:cNvPr>
          <p:cNvGrpSpPr/>
          <p:nvPr/>
        </p:nvGrpSpPr>
        <p:grpSpPr>
          <a:xfrm>
            <a:off x="7099931" y="2696142"/>
            <a:ext cx="1855000" cy="1890000"/>
            <a:chOff x="7394266" y="1813369"/>
            <a:chExt cx="1855000" cy="1890000"/>
          </a:xfrm>
        </p:grpSpPr>
        <p:pic>
          <p:nvPicPr>
            <p:cNvPr id="54" name="Google Shape;438;p42">
              <a:extLst>
                <a:ext uri="{FF2B5EF4-FFF2-40B4-BE49-F238E27FC236}">
                  <a16:creationId xmlns:a16="http://schemas.microsoft.com/office/drawing/2014/main" id="{8DB94521-A25F-3964-6204-7885D7D85C65}"/>
                </a:ext>
              </a:extLst>
            </p:cNvPr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7394266" y="1813369"/>
              <a:ext cx="1855000" cy="189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55" name="Google Shape;1804;p4">
              <a:extLst>
                <a:ext uri="{FF2B5EF4-FFF2-40B4-BE49-F238E27FC236}">
                  <a16:creationId xmlns:a16="http://schemas.microsoft.com/office/drawing/2014/main" id="{18DA26C9-7F50-D827-A322-F6E2D8F0C033}"/>
                </a:ext>
              </a:extLst>
            </p:cNvPr>
            <p:cNvSpPr txBox="1"/>
            <p:nvPr/>
          </p:nvSpPr>
          <p:spPr>
            <a:xfrm>
              <a:off x="7949713" y="2249511"/>
              <a:ext cx="1149446" cy="5231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lang="en-US" sz="1400" b="1" i="0" u="none" strike="noStrike" cap="none" dirty="0">
                  <a:solidFill>
                    <a:schemeClr val="lt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Order Processor</a:t>
              </a:r>
              <a:endParaRPr sz="1400" b="1" i="0" u="none" strike="noStrike" cap="none" dirty="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cxnSp>
        <p:nvCxnSpPr>
          <p:cNvPr id="53" name="Google Shape;442;p42">
            <a:extLst>
              <a:ext uri="{FF2B5EF4-FFF2-40B4-BE49-F238E27FC236}">
                <a16:creationId xmlns:a16="http://schemas.microsoft.com/office/drawing/2014/main" id="{B0E912AF-05CD-9CB3-84DB-A11DDA6D2FAF}"/>
              </a:ext>
            </a:extLst>
          </p:cNvPr>
          <p:cNvCxnSpPr>
            <a:cxnSpLocks/>
          </p:cNvCxnSpPr>
          <p:nvPr/>
        </p:nvCxnSpPr>
        <p:spPr>
          <a:xfrm>
            <a:off x="8233045" y="1609936"/>
            <a:ext cx="0" cy="947913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triangle" w="lg" len="lg"/>
          </a:ln>
        </p:spPr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09B929AD-98FF-E3B7-3BA3-E2A04E20DDF3}"/>
              </a:ext>
            </a:extLst>
          </p:cNvPr>
          <p:cNvSpPr txBox="1"/>
          <p:nvPr/>
        </p:nvSpPr>
        <p:spPr>
          <a:xfrm>
            <a:off x="7044278" y="1876950"/>
            <a:ext cx="11416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chemeClr val="tx1"/>
                </a:solidFill>
                <a:latin typeface="Space Grotesk" pitchFamily="2" charset="0"/>
                <a:cs typeface="Space Grotesk" pitchFamily="2" charset="0"/>
              </a:rPr>
              <a:t>Subscription</a:t>
            </a:r>
            <a:endParaRPr lang="en-NL" sz="1200" dirty="0">
              <a:solidFill>
                <a:schemeClr val="tx1"/>
              </a:solidFill>
              <a:latin typeface="Space Grotesk" pitchFamily="2" charset="0"/>
              <a:cs typeface="Space Grotesk" pitchFamily="2" charset="0"/>
            </a:endParaRPr>
          </a:p>
        </p:txBody>
      </p:sp>
      <p:pic>
        <p:nvPicPr>
          <p:cNvPr id="59" name="Google Shape;777;p58">
            <a:extLst>
              <a:ext uri="{FF2B5EF4-FFF2-40B4-BE49-F238E27FC236}">
                <a16:creationId xmlns:a16="http://schemas.microsoft.com/office/drawing/2014/main" id="{0ED05004-FEB0-E788-9D3B-DFCAD3D375CD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0705657" y="6083188"/>
            <a:ext cx="746881" cy="94139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0" name="Google Shape;442;p42">
            <a:extLst>
              <a:ext uri="{FF2B5EF4-FFF2-40B4-BE49-F238E27FC236}">
                <a16:creationId xmlns:a16="http://schemas.microsoft.com/office/drawing/2014/main" id="{6073AC84-DE65-A96A-DA6B-2EFECB9712B7}"/>
              </a:ext>
            </a:extLst>
          </p:cNvPr>
          <p:cNvCxnSpPr>
            <a:cxnSpLocks/>
          </p:cNvCxnSpPr>
          <p:nvPr/>
        </p:nvCxnSpPr>
        <p:spPr>
          <a:xfrm flipH="1">
            <a:off x="2831996" y="6451421"/>
            <a:ext cx="1456337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triangle" w="lg" len="lg"/>
          </a:ln>
        </p:spPr>
      </p:cxnSp>
      <p:cxnSp>
        <p:nvCxnSpPr>
          <p:cNvPr id="62" name="Google Shape;442;p42">
            <a:extLst>
              <a:ext uri="{FF2B5EF4-FFF2-40B4-BE49-F238E27FC236}">
                <a16:creationId xmlns:a16="http://schemas.microsoft.com/office/drawing/2014/main" id="{A7C69E69-B5FB-E9EA-84A7-EDC3AF1074EB}"/>
              </a:ext>
            </a:extLst>
          </p:cNvPr>
          <p:cNvCxnSpPr>
            <a:cxnSpLocks/>
          </p:cNvCxnSpPr>
          <p:nvPr/>
        </p:nvCxnSpPr>
        <p:spPr>
          <a:xfrm flipH="1">
            <a:off x="5945995" y="6407342"/>
            <a:ext cx="1456337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triangle" w="lg" len="lg"/>
          </a:ln>
        </p:spPr>
      </p:cxnSp>
      <p:grpSp>
        <p:nvGrpSpPr>
          <p:cNvPr id="68" name="Group 67">
            <a:extLst>
              <a:ext uri="{FF2B5EF4-FFF2-40B4-BE49-F238E27FC236}">
                <a16:creationId xmlns:a16="http://schemas.microsoft.com/office/drawing/2014/main" id="{98CF69B9-6FB6-8658-9B71-83234779467F}"/>
              </a:ext>
            </a:extLst>
          </p:cNvPr>
          <p:cNvGrpSpPr/>
          <p:nvPr/>
        </p:nvGrpSpPr>
        <p:grpSpPr>
          <a:xfrm>
            <a:off x="442413" y="3923293"/>
            <a:ext cx="2299030" cy="3698310"/>
            <a:chOff x="1758175" y="2850174"/>
            <a:chExt cx="2299030" cy="3698310"/>
          </a:xfrm>
        </p:grpSpPr>
        <p:grpSp>
          <p:nvGrpSpPr>
            <p:cNvPr id="17" name="Google Shape;1831;p5">
              <a:extLst>
                <a:ext uri="{FF2B5EF4-FFF2-40B4-BE49-F238E27FC236}">
                  <a16:creationId xmlns:a16="http://schemas.microsoft.com/office/drawing/2014/main" id="{EFC98061-1422-6820-1FDD-B5BDE9D3E532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2290538" y="4748484"/>
              <a:ext cx="1766667" cy="1800000"/>
              <a:chOff x="1008840" y="1539001"/>
              <a:chExt cx="1855000" cy="1890000"/>
            </a:xfrm>
          </p:grpSpPr>
          <p:pic>
            <p:nvPicPr>
              <p:cNvPr id="18" name="Google Shape;1832;p5">
                <a:extLst>
                  <a:ext uri="{FF2B5EF4-FFF2-40B4-BE49-F238E27FC236}">
                    <a16:creationId xmlns:a16="http://schemas.microsoft.com/office/drawing/2014/main" id="{8523E0E6-6F96-5FE0-1707-786AE5A70966}"/>
                  </a:ext>
                </a:extLst>
              </p:cNvPr>
              <p:cNvPicPr preferRelativeResize="0"/>
              <p:nvPr/>
            </p:nvPicPr>
            <p:blipFill rotWithShape="1">
              <a:blip r:embed="rId6">
                <a:alphaModFix/>
              </a:blip>
              <a:srcRect/>
              <a:stretch/>
            </p:blipFill>
            <p:spPr>
              <a:xfrm>
                <a:off x="1008840" y="1539001"/>
                <a:ext cx="1855000" cy="18900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9" name="Google Shape;1833;p5">
                <a:extLst>
                  <a:ext uri="{FF2B5EF4-FFF2-40B4-BE49-F238E27FC236}">
                    <a16:creationId xmlns:a16="http://schemas.microsoft.com/office/drawing/2014/main" id="{3173C257-3848-C75C-E159-D1548B04B719}"/>
                  </a:ext>
                </a:extLst>
              </p:cNvPr>
              <p:cNvSpPr txBox="1"/>
              <p:nvPr/>
            </p:nvSpPr>
            <p:spPr>
              <a:xfrm>
                <a:off x="1498037" y="2099282"/>
                <a:ext cx="1241317" cy="32312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rPr lang="en-CA" sz="1400" b="1" i="0" u="none" strike="noStrike" cap="none" dirty="0">
                    <a:solidFill>
                      <a:schemeClr val="lt1"/>
                    </a:solidFill>
                    <a:latin typeface="Space Grotesk"/>
                    <a:ea typeface="Space Grotesk"/>
                    <a:cs typeface="Space Grotesk"/>
                    <a:sym typeface="Space Grotesk"/>
                  </a:rPr>
                  <a:t>Loyalty</a:t>
                </a:r>
                <a:endParaRPr sz="1400" b="1" i="0" u="none" strike="noStrike" cap="none" dirty="0">
                  <a:solidFill>
                    <a:schemeClr val="lt1"/>
                  </a:solidFill>
                  <a:latin typeface="Space Grotesk"/>
                  <a:ea typeface="Space Grotesk"/>
                  <a:cs typeface="Space Grotesk"/>
                  <a:sym typeface="Space Grotesk"/>
                </a:endParaRPr>
              </a:p>
            </p:txBody>
          </p:sp>
        </p:grpSp>
        <p:pic>
          <p:nvPicPr>
            <p:cNvPr id="58" name="Google Shape;777;p58">
              <a:extLst>
                <a:ext uri="{FF2B5EF4-FFF2-40B4-BE49-F238E27FC236}">
                  <a16:creationId xmlns:a16="http://schemas.microsoft.com/office/drawing/2014/main" id="{4331532D-E954-C13B-3522-1955656805CE}"/>
                </a:ext>
              </a:extLst>
            </p:cNvPr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2974104" y="2850174"/>
              <a:ext cx="746881" cy="9413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3" name="Google Shape;450;p42">
              <a:extLst>
                <a:ext uri="{FF2B5EF4-FFF2-40B4-BE49-F238E27FC236}">
                  <a16:creationId xmlns:a16="http://schemas.microsoft.com/office/drawing/2014/main" id="{5AA6BD9D-340C-4B20-4358-CA1873B15B51}"/>
                </a:ext>
              </a:extLst>
            </p:cNvPr>
            <p:cNvPicPr preferRelativeResize="0"/>
            <p:nvPr/>
          </p:nvPicPr>
          <p:blipFill rotWithShape="1">
            <a:blip r:embed="rId10">
              <a:alphaModFix/>
            </a:blip>
            <a:srcRect/>
            <a:stretch/>
          </p:blipFill>
          <p:spPr>
            <a:xfrm>
              <a:off x="2213092" y="3895944"/>
              <a:ext cx="54000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A92C2C9F-AA37-05AB-32F9-FC8DC211C114}"/>
                </a:ext>
              </a:extLst>
            </p:cNvPr>
            <p:cNvSpPr txBox="1"/>
            <p:nvPr/>
          </p:nvSpPr>
          <p:spPr>
            <a:xfrm>
              <a:off x="1758175" y="4435944"/>
              <a:ext cx="146386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>
                  <a:solidFill>
                    <a:schemeClr val="accent2"/>
                  </a:solidFill>
                  <a:latin typeface="Space Grotesk" pitchFamily="2" charset="0"/>
                  <a:cs typeface="Space Grotesk" pitchFamily="2" charset="0"/>
                </a:rPr>
                <a:t>POST</a:t>
              </a:r>
              <a:r>
                <a:rPr lang="en-US" sz="1200" b="1" dirty="0">
                  <a:latin typeface="Space Grotesk" pitchFamily="2" charset="0"/>
                  <a:cs typeface="Space Grotesk" pitchFamily="2" charset="0"/>
                </a:rPr>
                <a:t> </a:t>
              </a:r>
              <a:r>
                <a:rPr lang="en-US" sz="1200" dirty="0">
                  <a:latin typeface="Space Grotesk" pitchFamily="2" charset="0"/>
                  <a:cs typeface="Space Grotesk" pitchFamily="2" charset="0"/>
                </a:rPr>
                <a:t>/v1.0/</a:t>
              </a:r>
              <a:r>
                <a:rPr lang="en-US" sz="1200" b="1" dirty="0">
                  <a:solidFill>
                    <a:schemeClr val="accent6"/>
                  </a:solidFill>
                  <a:latin typeface="Space Grotesk" pitchFamily="2" charset="0"/>
                  <a:cs typeface="Space Grotesk" pitchFamily="2" charset="0"/>
                </a:rPr>
                <a:t>state</a:t>
              </a:r>
              <a:r>
                <a:rPr lang="en-US" sz="1200" dirty="0">
                  <a:latin typeface="Space Grotesk" pitchFamily="2" charset="0"/>
                  <a:cs typeface="Space Grotesk" pitchFamily="2" charset="0"/>
                </a:rPr>
                <a:t>/</a:t>
              </a:r>
              <a:endParaRPr lang="en-NL" sz="1200" dirty="0">
                <a:latin typeface="Space Grotesk" pitchFamily="2" charset="0"/>
                <a:cs typeface="Space Grotesk" pitchFamily="2" charset="0"/>
              </a:endParaRPr>
            </a:p>
          </p:txBody>
        </p:sp>
        <p:cxnSp>
          <p:nvCxnSpPr>
            <p:cNvPr id="65" name="Google Shape;442;p42">
              <a:extLst>
                <a:ext uri="{FF2B5EF4-FFF2-40B4-BE49-F238E27FC236}">
                  <a16:creationId xmlns:a16="http://schemas.microsoft.com/office/drawing/2014/main" id="{C5008058-B280-E087-908A-DDB587EA21E9}"/>
                </a:ext>
              </a:extLst>
            </p:cNvPr>
            <p:cNvCxnSpPr>
              <a:cxnSpLocks/>
              <a:endCxn id="58" idx="2"/>
            </p:cNvCxnSpPr>
            <p:nvPr/>
          </p:nvCxnSpPr>
          <p:spPr>
            <a:xfrm flipV="1">
              <a:off x="3347545" y="3791564"/>
              <a:ext cx="0" cy="726619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triangle" w="lg" len="lg"/>
            </a:ln>
          </p:spPr>
        </p:cxnSp>
      </p:grpSp>
      <p:pic>
        <p:nvPicPr>
          <p:cNvPr id="69" name="Google Shape;450;p42">
            <a:extLst>
              <a:ext uri="{FF2B5EF4-FFF2-40B4-BE49-F238E27FC236}">
                <a16:creationId xmlns:a16="http://schemas.microsoft.com/office/drawing/2014/main" id="{A885673C-99E3-78D2-5CC9-9B54BEF77A2A}"/>
              </a:ext>
            </a:extLst>
          </p:cNvPr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4005316" y="4964877"/>
            <a:ext cx="540000" cy="540000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TextBox 69">
            <a:extLst>
              <a:ext uri="{FF2B5EF4-FFF2-40B4-BE49-F238E27FC236}">
                <a16:creationId xmlns:a16="http://schemas.microsoft.com/office/drawing/2014/main" id="{4A749EBA-73C6-616C-705B-F688ADE854CC}"/>
              </a:ext>
            </a:extLst>
          </p:cNvPr>
          <p:cNvSpPr txBox="1"/>
          <p:nvPr/>
        </p:nvSpPr>
        <p:spPr>
          <a:xfrm>
            <a:off x="3581059" y="5460564"/>
            <a:ext cx="14638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chemeClr val="accent2"/>
                </a:solidFill>
                <a:latin typeface="Space Grotesk" pitchFamily="2" charset="0"/>
                <a:cs typeface="Space Grotesk" pitchFamily="2" charset="0"/>
              </a:rPr>
              <a:t>POST</a:t>
            </a:r>
            <a:r>
              <a:rPr lang="en-US" sz="1200" b="1" dirty="0">
                <a:latin typeface="Space Grotesk" pitchFamily="2" charset="0"/>
                <a:cs typeface="Space Grotesk" pitchFamily="2" charset="0"/>
              </a:rPr>
              <a:t> </a:t>
            </a:r>
            <a:r>
              <a:rPr lang="en-US" sz="1200" dirty="0">
                <a:latin typeface="Space Grotesk" pitchFamily="2" charset="0"/>
                <a:cs typeface="Space Grotesk" pitchFamily="2" charset="0"/>
              </a:rPr>
              <a:t>/v1.0/</a:t>
            </a:r>
            <a:r>
              <a:rPr lang="en-US" sz="1200" b="1" dirty="0">
                <a:solidFill>
                  <a:schemeClr val="accent6"/>
                </a:solidFill>
                <a:latin typeface="Space Grotesk" pitchFamily="2" charset="0"/>
                <a:cs typeface="Space Grotesk" pitchFamily="2" charset="0"/>
              </a:rPr>
              <a:t>state</a:t>
            </a:r>
            <a:r>
              <a:rPr lang="en-US" sz="1200" dirty="0">
                <a:latin typeface="Space Grotesk" pitchFamily="2" charset="0"/>
                <a:cs typeface="Space Grotesk" pitchFamily="2" charset="0"/>
              </a:rPr>
              <a:t>/</a:t>
            </a:r>
            <a:endParaRPr lang="en-NL" sz="1200" dirty="0">
              <a:latin typeface="Space Grotesk" pitchFamily="2" charset="0"/>
              <a:cs typeface="Space Grotesk" pitchFamily="2" charset="0"/>
            </a:endParaRPr>
          </a:p>
        </p:txBody>
      </p:sp>
      <p:cxnSp>
        <p:nvCxnSpPr>
          <p:cNvPr id="71" name="Google Shape;442;p42">
            <a:extLst>
              <a:ext uri="{FF2B5EF4-FFF2-40B4-BE49-F238E27FC236}">
                <a16:creationId xmlns:a16="http://schemas.microsoft.com/office/drawing/2014/main" id="{7A95C45C-E814-7A18-21E9-A0674ED504C3}"/>
              </a:ext>
            </a:extLst>
          </p:cNvPr>
          <p:cNvCxnSpPr>
            <a:cxnSpLocks/>
          </p:cNvCxnSpPr>
          <p:nvPr/>
        </p:nvCxnSpPr>
        <p:spPr>
          <a:xfrm flipV="1">
            <a:off x="5127529" y="4875753"/>
            <a:ext cx="0" cy="726619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triangle" w="lg" len="lg"/>
          </a:ln>
        </p:spPr>
      </p:cxnSp>
      <p:cxnSp>
        <p:nvCxnSpPr>
          <p:cNvPr id="72" name="Google Shape;442;p42">
            <a:extLst>
              <a:ext uri="{FF2B5EF4-FFF2-40B4-BE49-F238E27FC236}">
                <a16:creationId xmlns:a16="http://schemas.microsoft.com/office/drawing/2014/main" id="{44E5FA58-561D-3585-3A23-2D01F6DACBF7}"/>
              </a:ext>
            </a:extLst>
          </p:cNvPr>
          <p:cNvCxnSpPr>
            <a:cxnSpLocks/>
          </p:cNvCxnSpPr>
          <p:nvPr/>
        </p:nvCxnSpPr>
        <p:spPr>
          <a:xfrm>
            <a:off x="9089650" y="6463160"/>
            <a:ext cx="1215885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triangle" w="lg" len="lg"/>
          </a:ln>
        </p:spPr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7E871F71-AAAD-7CEC-9EE0-99EFD75ACADA}"/>
              </a:ext>
            </a:extLst>
          </p:cNvPr>
          <p:cNvSpPr txBox="1"/>
          <p:nvPr/>
        </p:nvSpPr>
        <p:spPr>
          <a:xfrm>
            <a:off x="8977038" y="5983802"/>
            <a:ext cx="16273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chemeClr val="accent2"/>
                </a:solidFill>
                <a:latin typeface="Space Grotesk" pitchFamily="2" charset="0"/>
                <a:cs typeface="Space Grotesk" pitchFamily="2" charset="0"/>
              </a:rPr>
              <a:t>POST</a:t>
            </a:r>
            <a:r>
              <a:rPr lang="en-US" sz="1200" b="1" dirty="0">
                <a:latin typeface="Space Grotesk" pitchFamily="2" charset="0"/>
                <a:cs typeface="Space Grotesk" pitchFamily="2" charset="0"/>
              </a:rPr>
              <a:t> </a:t>
            </a:r>
            <a:r>
              <a:rPr lang="en-US" sz="1200" dirty="0">
                <a:latin typeface="Space Grotesk" pitchFamily="2" charset="0"/>
                <a:cs typeface="Space Grotesk" pitchFamily="2" charset="0"/>
              </a:rPr>
              <a:t>/v1.0/</a:t>
            </a:r>
            <a:r>
              <a:rPr lang="en-US" sz="1200" b="1" dirty="0">
                <a:solidFill>
                  <a:schemeClr val="accent6"/>
                </a:solidFill>
                <a:latin typeface="Space Grotesk" pitchFamily="2" charset="0"/>
                <a:cs typeface="Space Grotesk" pitchFamily="2" charset="0"/>
              </a:rPr>
              <a:t>binding</a:t>
            </a:r>
            <a:r>
              <a:rPr lang="en-US" sz="1200" dirty="0">
                <a:latin typeface="Space Grotesk" pitchFamily="2" charset="0"/>
                <a:cs typeface="Space Grotesk" pitchFamily="2" charset="0"/>
              </a:rPr>
              <a:t>/</a:t>
            </a:r>
            <a:endParaRPr lang="en-NL" sz="1200" dirty="0">
              <a:latin typeface="Space Grotesk" pitchFamily="2" charset="0"/>
              <a:cs typeface="Space Grotesk" pitchFamily="2" charset="0"/>
            </a:endParaRPr>
          </a:p>
        </p:txBody>
      </p:sp>
      <p:pic>
        <p:nvPicPr>
          <p:cNvPr id="78" name="Google Shape;1783;p3">
            <a:extLst>
              <a:ext uri="{FF2B5EF4-FFF2-40B4-BE49-F238E27FC236}">
                <a16:creationId xmlns:a16="http://schemas.microsoft.com/office/drawing/2014/main" id="{82D30F47-0364-93A3-947F-BC2CC58143B2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9427592" y="5451238"/>
            <a:ext cx="540000" cy="5400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79" name="Google Shape;442;p42">
            <a:extLst>
              <a:ext uri="{FF2B5EF4-FFF2-40B4-BE49-F238E27FC236}">
                <a16:creationId xmlns:a16="http://schemas.microsoft.com/office/drawing/2014/main" id="{B270A6C0-FA16-CE30-E94C-701DD2B23C39}"/>
              </a:ext>
            </a:extLst>
          </p:cNvPr>
          <p:cNvCxnSpPr>
            <a:cxnSpLocks/>
          </p:cNvCxnSpPr>
          <p:nvPr/>
        </p:nvCxnSpPr>
        <p:spPr>
          <a:xfrm flipH="1">
            <a:off x="8230101" y="4335861"/>
            <a:ext cx="1372" cy="1255441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triangle" w="lg" len="lg"/>
          </a:ln>
        </p:spPr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BA56FB17-BAC0-BAA5-7F65-4384D2F51030}"/>
              </a:ext>
            </a:extLst>
          </p:cNvPr>
          <p:cNvSpPr txBox="1"/>
          <p:nvPr/>
        </p:nvSpPr>
        <p:spPr>
          <a:xfrm>
            <a:off x="8291685" y="4890430"/>
            <a:ext cx="18277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accent2"/>
                </a:solidFill>
                <a:latin typeface="Space Grotesk" pitchFamily="2" charset="0"/>
                <a:cs typeface="Space Grotesk" pitchFamily="2" charset="0"/>
              </a:rPr>
              <a:t>POST</a:t>
            </a:r>
            <a:r>
              <a:rPr lang="en-US" sz="1200" b="1" dirty="0">
                <a:latin typeface="Space Grotesk" pitchFamily="2" charset="0"/>
                <a:cs typeface="Space Grotesk" pitchFamily="2" charset="0"/>
              </a:rPr>
              <a:t> </a:t>
            </a:r>
            <a:r>
              <a:rPr lang="en-US" sz="1200" dirty="0">
                <a:latin typeface="Space Grotesk" pitchFamily="2" charset="0"/>
                <a:cs typeface="Space Grotesk" pitchFamily="2" charset="0"/>
              </a:rPr>
              <a:t>/v1.0/</a:t>
            </a:r>
            <a:r>
              <a:rPr lang="en-US" sz="1200" b="1" dirty="0">
                <a:solidFill>
                  <a:schemeClr val="accent6"/>
                </a:solidFill>
                <a:latin typeface="Space Grotesk" pitchFamily="2" charset="0"/>
                <a:cs typeface="Space Grotesk" pitchFamily="2" charset="0"/>
              </a:rPr>
              <a:t>workflows</a:t>
            </a:r>
            <a:r>
              <a:rPr lang="en-US" sz="1200" dirty="0">
                <a:latin typeface="Space Grotesk" pitchFamily="2" charset="0"/>
                <a:cs typeface="Space Grotesk" pitchFamily="2" charset="0"/>
              </a:rPr>
              <a:t>/</a:t>
            </a:r>
            <a:endParaRPr lang="en-NL" sz="1200" dirty="0">
              <a:latin typeface="Space Grotesk" pitchFamily="2" charset="0"/>
              <a:cs typeface="Space Grotesk" pitchFamily="2" charset="0"/>
            </a:endParaRPr>
          </a:p>
        </p:txBody>
      </p:sp>
      <p:pic>
        <p:nvPicPr>
          <p:cNvPr id="83" name="Google Shape;1779;p3">
            <a:extLst>
              <a:ext uri="{FF2B5EF4-FFF2-40B4-BE49-F238E27FC236}">
                <a16:creationId xmlns:a16="http://schemas.microsoft.com/office/drawing/2014/main" id="{C42B597B-4E60-07D6-C0C1-CB32BB3EEAC2}"/>
              </a:ext>
            </a:extLst>
          </p:cNvPr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8884066" y="4346379"/>
            <a:ext cx="540000" cy="54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1783;p3">
            <a:extLst>
              <a:ext uri="{FF2B5EF4-FFF2-40B4-BE49-F238E27FC236}">
                <a16:creationId xmlns:a16="http://schemas.microsoft.com/office/drawing/2014/main" id="{79D8A353-9B40-CE77-2759-50267CAFD81C}"/>
              </a:ext>
            </a:extLst>
          </p:cNvPr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10774928" y="712406"/>
            <a:ext cx="540000" cy="5400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2" name="Google Shape;442;p42">
            <a:extLst>
              <a:ext uri="{FF2B5EF4-FFF2-40B4-BE49-F238E27FC236}">
                <a16:creationId xmlns:a16="http://schemas.microsoft.com/office/drawing/2014/main" id="{7B57FB8E-ADA4-6546-7EC2-E35521EC7026}"/>
              </a:ext>
            </a:extLst>
          </p:cNvPr>
          <p:cNvCxnSpPr>
            <a:cxnSpLocks/>
          </p:cNvCxnSpPr>
          <p:nvPr/>
        </p:nvCxnSpPr>
        <p:spPr>
          <a:xfrm>
            <a:off x="11085931" y="1971430"/>
            <a:ext cx="0" cy="947913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triangle" w="lg" len="lg"/>
          </a:ln>
        </p:spPr>
      </p:cxnSp>
      <p:pic>
        <p:nvPicPr>
          <p:cNvPr id="93" name="Google Shape;450;p42">
            <a:extLst>
              <a:ext uri="{FF2B5EF4-FFF2-40B4-BE49-F238E27FC236}">
                <a16:creationId xmlns:a16="http://schemas.microsoft.com/office/drawing/2014/main" id="{435B39FB-C8BD-28D6-BE72-C0B6D6517B2A}"/>
              </a:ext>
            </a:extLst>
          </p:cNvPr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11716741" y="4726490"/>
            <a:ext cx="540000" cy="540000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TextBox 93">
            <a:extLst>
              <a:ext uri="{FF2B5EF4-FFF2-40B4-BE49-F238E27FC236}">
                <a16:creationId xmlns:a16="http://schemas.microsoft.com/office/drawing/2014/main" id="{53861A6D-5BBB-4FA2-F89F-940C19A81010}"/>
              </a:ext>
            </a:extLst>
          </p:cNvPr>
          <p:cNvSpPr txBox="1"/>
          <p:nvPr/>
        </p:nvSpPr>
        <p:spPr>
          <a:xfrm>
            <a:off x="11292484" y="5222177"/>
            <a:ext cx="14638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chemeClr val="accent2"/>
                </a:solidFill>
                <a:latin typeface="Space Grotesk" pitchFamily="2" charset="0"/>
                <a:cs typeface="Space Grotesk" pitchFamily="2" charset="0"/>
              </a:rPr>
              <a:t>POST</a:t>
            </a:r>
            <a:r>
              <a:rPr lang="en-US" sz="1200" b="1" dirty="0">
                <a:latin typeface="Space Grotesk" pitchFamily="2" charset="0"/>
                <a:cs typeface="Space Grotesk" pitchFamily="2" charset="0"/>
              </a:rPr>
              <a:t> </a:t>
            </a:r>
            <a:r>
              <a:rPr lang="en-US" sz="1200" dirty="0">
                <a:latin typeface="Space Grotesk" pitchFamily="2" charset="0"/>
                <a:cs typeface="Space Grotesk" pitchFamily="2" charset="0"/>
              </a:rPr>
              <a:t>/v1.0/</a:t>
            </a:r>
            <a:r>
              <a:rPr lang="en-US" sz="1200" b="1" dirty="0">
                <a:solidFill>
                  <a:schemeClr val="accent6"/>
                </a:solidFill>
                <a:latin typeface="Space Grotesk" pitchFamily="2" charset="0"/>
                <a:cs typeface="Space Grotesk" pitchFamily="2" charset="0"/>
              </a:rPr>
              <a:t>state</a:t>
            </a:r>
            <a:r>
              <a:rPr lang="en-US" sz="1200" dirty="0">
                <a:latin typeface="Space Grotesk" pitchFamily="2" charset="0"/>
                <a:cs typeface="Space Grotesk" pitchFamily="2" charset="0"/>
              </a:rPr>
              <a:t>/</a:t>
            </a:r>
            <a:endParaRPr lang="en-NL" sz="1200" dirty="0">
              <a:latin typeface="Space Grotesk" pitchFamily="2" charset="0"/>
              <a:cs typeface="Space Grotesk" pitchFamily="2" charset="0"/>
            </a:endParaRPr>
          </a:p>
        </p:txBody>
      </p:sp>
      <p:cxnSp>
        <p:nvCxnSpPr>
          <p:cNvPr id="95" name="Google Shape;442;p42">
            <a:extLst>
              <a:ext uri="{FF2B5EF4-FFF2-40B4-BE49-F238E27FC236}">
                <a16:creationId xmlns:a16="http://schemas.microsoft.com/office/drawing/2014/main" id="{CFDBC914-8D8A-3FBD-558D-C380DEBE37F0}"/>
              </a:ext>
            </a:extLst>
          </p:cNvPr>
          <p:cNvCxnSpPr>
            <a:cxnSpLocks/>
          </p:cNvCxnSpPr>
          <p:nvPr/>
        </p:nvCxnSpPr>
        <p:spPr>
          <a:xfrm flipH="1">
            <a:off x="11090797" y="4586142"/>
            <a:ext cx="1372" cy="1255441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triangle" w="lg" len="lg"/>
          </a:ln>
        </p:spPr>
      </p:cxnSp>
    </p:spTree>
    <p:extLst>
      <p:ext uri="{BB962C8B-B14F-4D97-AF65-F5344CB8AC3E}">
        <p14:creationId xmlns:p14="http://schemas.microsoft.com/office/powerpoint/2010/main" val="31374357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Dapr">
      <a:dk1>
        <a:srgbClr val="121C29"/>
      </a:dk1>
      <a:lt1>
        <a:srgbClr val="FCFCFC"/>
      </a:lt1>
      <a:dk2>
        <a:srgbClr val="121C29"/>
      </a:dk2>
      <a:lt2>
        <a:srgbClr val="AAAAAA"/>
      </a:lt2>
      <a:accent1>
        <a:srgbClr val="0D2192"/>
      </a:accent1>
      <a:accent2>
        <a:srgbClr val="3EA9F5"/>
      </a:accent2>
      <a:accent3>
        <a:srgbClr val="489FB5"/>
      </a:accent3>
      <a:accent4>
        <a:srgbClr val="0BDDA3"/>
      </a:accent4>
      <a:accent5>
        <a:srgbClr val="EFCA08"/>
      </a:accent5>
      <a:accent6>
        <a:srgbClr val="FF4E00"/>
      </a:accent6>
      <a:hlink>
        <a:srgbClr val="3EA9F5"/>
      </a:hlink>
      <a:folHlink>
        <a:srgbClr val="3EA9F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4169</TotalTime>
  <Words>65</Words>
  <Application>Microsoft Macintosh PowerPoint</Application>
  <PresentationFormat>Widescreen</PresentationFormat>
  <Paragraphs>18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Space Grotesk Medium</vt:lpstr>
      <vt:lpstr>Space Grotesk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to use this file</dc:title>
  <dc:creator>Marc Duiker</dc:creator>
  <cp:lastModifiedBy>Fernando Rocha</cp:lastModifiedBy>
  <cp:revision>39</cp:revision>
  <dcterms:created xsi:type="dcterms:W3CDTF">2023-07-25T15:46:21Z</dcterms:created>
  <dcterms:modified xsi:type="dcterms:W3CDTF">2024-04-08T05:49:17Z</dcterms:modified>
</cp:coreProperties>
</file>