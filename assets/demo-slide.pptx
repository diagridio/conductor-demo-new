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embeddedFontLst>
    <p:embeddedFont>
      <p:font typeface="Space Grotesk" pitchFamily="2" charset="77"/>
      <p:regular r:id="rId4"/>
      <p:bold r:id="rId5"/>
    </p:embeddedFont>
    <p:embeddedFont>
      <p:font typeface="Space Grotesk Medium" pitchFamily="2" charset="77"/>
      <p:regular r:id="rId6"/>
      <p:bold r:id="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58" roundtripDataSignature="AMtx7mhuAUSRUHXfBEQMryvGwGYUe/XPs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9D089E-C99D-43FF-984D-918BA56B0C68}" v="1" dt="2024-04-01T17:00:25.169"/>
  </p1510:revLst>
</p1510:revInfo>
</file>

<file path=ppt/tableStyles.xml><?xml version="1.0" encoding="utf-8"?>
<a:tblStyleLst xmlns:a="http://schemas.openxmlformats.org/drawingml/2006/main" def="{AB39FD84-3D69-4937-9D8F-CB47EF7A7876}">
  <a:tblStyle styleId="{AB39FD84-3D69-4937-9D8F-CB47EF7A78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28"/>
    <p:restoredTop sz="84600"/>
  </p:normalViewPr>
  <p:slideViewPr>
    <p:cSldViewPr snapToGrid="0">
      <p:cViewPr>
        <p:scale>
          <a:sx n="93" d="100"/>
          <a:sy n="93" d="100"/>
        </p:scale>
        <p:origin x="664" y="1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63" Type="http://schemas.microsoft.com/office/2015/10/relationships/revisionInfo" Target="revisionInfo.xml"/><Relationship Id="rId3" Type="http://schemas.openxmlformats.org/officeDocument/2006/relationships/notesMaster" Target="notesMasters/notesMaster1.xml"/><Relationship Id="rId159" Type="http://schemas.openxmlformats.org/officeDocument/2006/relationships/presProps" Target="presProps.xml"/><Relationship Id="rId158" Type="http://customschemas.google.com/relationships/presentationmetadata" Target="metadata"/><Relationship Id="rId162" Type="http://schemas.openxmlformats.org/officeDocument/2006/relationships/tableStyles" Target="tableStyles.xml"/><Relationship Id="rId2" Type="http://schemas.openxmlformats.org/officeDocument/2006/relationships/slide" Target="slides/slide1.xml"/><Relationship Id="rId16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60" Type="http://schemas.openxmlformats.org/officeDocument/2006/relationships/viewProps" Target="viewProps.xml"/><Relationship Id="rId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5225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orange">
  <p:cSld name="section_orange">
    <p:bg>
      <p:bgPr>
        <a:solidFill>
          <a:schemeClr val="accent6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82"/>
          <p:cNvSpPr txBox="1">
            <a:spLocks noGrp="1"/>
          </p:cNvSpPr>
          <p:nvPr>
            <p:ph type="title"/>
          </p:nvPr>
        </p:nvSpPr>
        <p:spPr>
          <a:xfrm>
            <a:off x="185950" y="3600000"/>
            <a:ext cx="11820099" cy="92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44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Space Grotesk Medium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98B"/>
              </a:buClr>
              <a:buSzPts val="2400"/>
              <a:buNone/>
              <a:defRPr sz="2400">
                <a:solidFill>
                  <a:srgbClr val="88898B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2000"/>
              <a:buNone/>
              <a:defRPr sz="2000">
                <a:solidFill>
                  <a:srgbClr val="88898B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800"/>
              <a:buNone/>
              <a:defRPr sz="1800">
                <a:solidFill>
                  <a:srgbClr val="88898B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98B"/>
              </a:buClr>
              <a:buSzPts val="1600"/>
              <a:buNone/>
              <a:defRPr sz="1600">
                <a:solidFill>
                  <a:srgbClr val="88898B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Space Grotesk Medium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4" name="Google Shape;74;p2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Space Grotesk Medium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2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2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4" name="Google Shape;94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Space Grotesk Medium"/>
              <a:buNone/>
              <a:defRPr sz="4400" b="0" i="0" u="none" strike="noStrike" cap="none">
                <a:solidFill>
                  <a:schemeClr val="dk1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8" name="Google Shape;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9" name="Google Shape;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endParaRPr/>
          </a:p>
        </p:txBody>
      </p:sp>
      <p:sp>
        <p:nvSpPr>
          <p:cNvPr id="10" name="Google Shape;1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98B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448;p42">
            <a:extLst>
              <a:ext uri="{FF2B5EF4-FFF2-40B4-BE49-F238E27FC236}">
                <a16:creationId xmlns:a16="http://schemas.microsoft.com/office/drawing/2014/main" id="{6D8516C0-ED39-BA33-952D-3E0B83D62AD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21383" y="831737"/>
            <a:ext cx="540000" cy="5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3F991F66-D0BF-C0A2-023E-01CC9E3BD74A}"/>
              </a:ext>
            </a:extLst>
          </p:cNvPr>
          <p:cNvSpPr txBox="1"/>
          <p:nvPr/>
        </p:nvSpPr>
        <p:spPr>
          <a:xfrm>
            <a:off x="6739717" y="1390746"/>
            <a:ext cx="16097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/v1.0/</a:t>
            </a:r>
            <a:r>
              <a:rPr lang="en-US" sz="1200" b="1" dirty="0">
                <a:solidFill>
                  <a:schemeClr val="accent6"/>
                </a:solidFill>
                <a:latin typeface="Space Grotesk" pitchFamily="2" charset="0"/>
                <a:cs typeface="Space Grotesk" pitchFamily="2" charset="0"/>
              </a:rPr>
              <a:t>publish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grpSp>
        <p:nvGrpSpPr>
          <p:cNvPr id="5" name="Google Shape;1814;p4">
            <a:extLst>
              <a:ext uri="{FF2B5EF4-FFF2-40B4-BE49-F238E27FC236}">
                <a16:creationId xmlns:a16="http://schemas.microsoft.com/office/drawing/2014/main" id="{1A2E97AE-4762-0DAF-6733-A070B764A5A8}"/>
              </a:ext>
            </a:extLst>
          </p:cNvPr>
          <p:cNvGrpSpPr>
            <a:grpSpLocks noChangeAspect="1"/>
          </p:cNvGrpSpPr>
          <p:nvPr/>
        </p:nvGrpSpPr>
        <p:grpSpPr>
          <a:xfrm>
            <a:off x="853511" y="394582"/>
            <a:ext cx="1766667" cy="1800000"/>
            <a:chOff x="3071990" y="1647687"/>
            <a:chExt cx="1855000" cy="1890000"/>
          </a:xfrm>
        </p:grpSpPr>
        <p:pic>
          <p:nvPicPr>
            <p:cNvPr id="6" name="Google Shape;1815;p4">
              <a:extLst>
                <a:ext uri="{FF2B5EF4-FFF2-40B4-BE49-F238E27FC236}">
                  <a16:creationId xmlns:a16="http://schemas.microsoft.com/office/drawing/2014/main" id="{FDA63878-7025-D694-366B-AC416FD590F0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071990" y="1647687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" name="Google Shape;1816;p4">
              <a:extLst>
                <a:ext uri="{FF2B5EF4-FFF2-40B4-BE49-F238E27FC236}">
                  <a16:creationId xmlns:a16="http://schemas.microsoft.com/office/drawing/2014/main" id="{71619311-84C8-0A87-84A6-6E2F17DF0A49}"/>
                </a:ext>
              </a:extLst>
            </p:cNvPr>
            <p:cNvSpPr txBox="1"/>
            <p:nvPr/>
          </p:nvSpPr>
          <p:spPr>
            <a:xfrm>
              <a:off x="3218446" y="2085507"/>
              <a:ext cx="1149446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Virtual Customer</a:t>
              </a:r>
              <a:endParaRPr sz="1400" b="1" i="0" u="none" strike="noStrike" cap="none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8" name="Google Shape;1814;p4">
            <a:extLst>
              <a:ext uri="{FF2B5EF4-FFF2-40B4-BE49-F238E27FC236}">
                <a16:creationId xmlns:a16="http://schemas.microsoft.com/office/drawing/2014/main" id="{0EE91193-F515-CF7C-883B-A8F4BD307F04}"/>
              </a:ext>
            </a:extLst>
          </p:cNvPr>
          <p:cNvGrpSpPr>
            <a:grpSpLocks noChangeAspect="1"/>
          </p:cNvGrpSpPr>
          <p:nvPr/>
        </p:nvGrpSpPr>
        <p:grpSpPr>
          <a:xfrm>
            <a:off x="2904552" y="2845995"/>
            <a:ext cx="1766667" cy="1800000"/>
            <a:chOff x="3071990" y="1647687"/>
            <a:chExt cx="1855000" cy="1890000"/>
          </a:xfrm>
        </p:grpSpPr>
        <p:pic>
          <p:nvPicPr>
            <p:cNvPr id="9" name="Google Shape;1815;p4">
              <a:extLst>
                <a:ext uri="{FF2B5EF4-FFF2-40B4-BE49-F238E27FC236}">
                  <a16:creationId xmlns:a16="http://schemas.microsoft.com/office/drawing/2014/main" id="{E479ECE4-A529-DE1A-D17F-8168EE7F5096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071990" y="1647687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Google Shape;1816;p4">
              <a:extLst>
                <a:ext uri="{FF2B5EF4-FFF2-40B4-BE49-F238E27FC236}">
                  <a16:creationId xmlns:a16="http://schemas.microsoft.com/office/drawing/2014/main" id="{5C1D1D94-EC1B-9F7D-527D-6B6ED996AEE5}"/>
                </a:ext>
              </a:extLst>
            </p:cNvPr>
            <p:cNvSpPr txBox="1"/>
            <p:nvPr/>
          </p:nvSpPr>
          <p:spPr>
            <a:xfrm>
              <a:off x="3218830" y="2101719"/>
              <a:ext cx="1149446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Virtual Worker</a:t>
              </a:r>
              <a:endParaRPr sz="1400" b="1" i="0" u="none" strike="noStrike" cap="none" dirty="0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1" name="Google Shape;1831;p5">
            <a:extLst>
              <a:ext uri="{FF2B5EF4-FFF2-40B4-BE49-F238E27FC236}">
                <a16:creationId xmlns:a16="http://schemas.microsoft.com/office/drawing/2014/main" id="{C00A405F-ADA7-DFF7-23E8-8D9D9D560FDC}"/>
              </a:ext>
            </a:extLst>
          </p:cNvPr>
          <p:cNvGrpSpPr>
            <a:grpSpLocks noChangeAspect="1"/>
          </p:cNvGrpSpPr>
          <p:nvPr/>
        </p:nvGrpSpPr>
        <p:grpSpPr>
          <a:xfrm>
            <a:off x="3880560" y="409820"/>
            <a:ext cx="1766667" cy="1800000"/>
            <a:chOff x="1008840" y="1539000"/>
            <a:chExt cx="1855000" cy="1890000"/>
          </a:xfrm>
        </p:grpSpPr>
        <p:pic>
          <p:nvPicPr>
            <p:cNvPr id="12" name="Google Shape;1832;p5">
              <a:extLst>
                <a:ext uri="{FF2B5EF4-FFF2-40B4-BE49-F238E27FC236}">
                  <a16:creationId xmlns:a16="http://schemas.microsoft.com/office/drawing/2014/main" id="{E958E791-32C3-3EA0-A946-FF428CD3304D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008840" y="1539000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Google Shape;1833;p5">
              <a:extLst>
                <a:ext uri="{FF2B5EF4-FFF2-40B4-BE49-F238E27FC236}">
                  <a16:creationId xmlns:a16="http://schemas.microsoft.com/office/drawing/2014/main" id="{61956CAD-B531-7B2F-48A6-0F42F5F29F5A}"/>
                </a:ext>
              </a:extLst>
            </p:cNvPr>
            <p:cNvSpPr txBox="1"/>
            <p:nvPr/>
          </p:nvSpPr>
          <p:spPr>
            <a:xfrm>
              <a:off x="1527421" y="2024364"/>
              <a:ext cx="1190789" cy="549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Order Service</a:t>
              </a:r>
              <a:endParaRPr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14" name="Google Shape;1831;p5">
            <a:extLst>
              <a:ext uri="{FF2B5EF4-FFF2-40B4-BE49-F238E27FC236}">
                <a16:creationId xmlns:a16="http://schemas.microsoft.com/office/drawing/2014/main" id="{8CF97233-4800-AE56-10BF-217B6D9574E0}"/>
              </a:ext>
            </a:extLst>
          </p:cNvPr>
          <p:cNvGrpSpPr>
            <a:grpSpLocks noChangeAspect="1"/>
          </p:cNvGrpSpPr>
          <p:nvPr/>
        </p:nvGrpSpPr>
        <p:grpSpPr>
          <a:xfrm>
            <a:off x="4461555" y="6350850"/>
            <a:ext cx="1766667" cy="1800000"/>
            <a:chOff x="1008840" y="1539000"/>
            <a:chExt cx="1855000" cy="1890000"/>
          </a:xfrm>
        </p:grpSpPr>
        <p:pic>
          <p:nvPicPr>
            <p:cNvPr id="15" name="Google Shape;1832;p5">
              <a:extLst>
                <a:ext uri="{FF2B5EF4-FFF2-40B4-BE49-F238E27FC236}">
                  <a16:creationId xmlns:a16="http://schemas.microsoft.com/office/drawing/2014/main" id="{702F29EB-5B89-285B-1947-48B3A82785DF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008840" y="1539000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" name="Google Shape;1833;p5">
              <a:extLst>
                <a:ext uri="{FF2B5EF4-FFF2-40B4-BE49-F238E27FC236}">
                  <a16:creationId xmlns:a16="http://schemas.microsoft.com/office/drawing/2014/main" id="{4A37FE11-646C-CA0E-E812-14982ADCEDC8}"/>
                </a:ext>
              </a:extLst>
            </p:cNvPr>
            <p:cNvSpPr txBox="1"/>
            <p:nvPr/>
          </p:nvSpPr>
          <p:spPr>
            <a:xfrm>
              <a:off x="1556960" y="2090951"/>
              <a:ext cx="1149446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Make-Line</a:t>
              </a:r>
              <a:endParaRPr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grpSp>
        <p:nvGrpSpPr>
          <p:cNvPr id="20" name="Google Shape;1831;p5">
            <a:extLst>
              <a:ext uri="{FF2B5EF4-FFF2-40B4-BE49-F238E27FC236}">
                <a16:creationId xmlns:a16="http://schemas.microsoft.com/office/drawing/2014/main" id="{414CB1B0-BF16-18B5-C138-B9400F5FD00B}"/>
              </a:ext>
            </a:extLst>
          </p:cNvPr>
          <p:cNvGrpSpPr>
            <a:grpSpLocks noChangeAspect="1"/>
          </p:cNvGrpSpPr>
          <p:nvPr/>
        </p:nvGrpSpPr>
        <p:grpSpPr>
          <a:xfrm>
            <a:off x="7544934" y="6350850"/>
            <a:ext cx="1766667" cy="1800000"/>
            <a:chOff x="1008840" y="1539000"/>
            <a:chExt cx="1855000" cy="1890000"/>
          </a:xfrm>
        </p:grpSpPr>
        <p:pic>
          <p:nvPicPr>
            <p:cNvPr id="21" name="Google Shape;1832;p5">
              <a:extLst>
                <a:ext uri="{FF2B5EF4-FFF2-40B4-BE49-F238E27FC236}">
                  <a16:creationId xmlns:a16="http://schemas.microsoft.com/office/drawing/2014/main" id="{8E0A6C24-2BA7-98EF-164C-3F2440519611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008840" y="1539000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" name="Google Shape;1833;p5">
              <a:extLst>
                <a:ext uri="{FF2B5EF4-FFF2-40B4-BE49-F238E27FC236}">
                  <a16:creationId xmlns:a16="http://schemas.microsoft.com/office/drawing/2014/main" id="{04B5E665-AB56-6D63-4D1B-03CA14E2421E}"/>
                </a:ext>
              </a:extLst>
            </p:cNvPr>
            <p:cNvSpPr txBox="1"/>
            <p:nvPr/>
          </p:nvSpPr>
          <p:spPr>
            <a:xfrm>
              <a:off x="1490564" y="1956159"/>
              <a:ext cx="1305998" cy="54933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Receipt Generation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51FE8BD3-A0AC-C790-63D4-D75924A9B032}"/>
              </a:ext>
            </a:extLst>
          </p:cNvPr>
          <p:cNvGrpSpPr/>
          <p:nvPr/>
        </p:nvGrpSpPr>
        <p:grpSpPr>
          <a:xfrm>
            <a:off x="5691383" y="1966082"/>
            <a:ext cx="1800000" cy="776676"/>
            <a:chOff x="5049258" y="2735488"/>
            <a:chExt cx="1800000" cy="776676"/>
          </a:xfrm>
        </p:grpSpPr>
        <p:pic>
          <p:nvPicPr>
            <p:cNvPr id="104" name="Google Shape;1924;p8">
              <a:extLst>
                <a:ext uri="{FF2B5EF4-FFF2-40B4-BE49-F238E27FC236}">
                  <a16:creationId xmlns:a16="http://schemas.microsoft.com/office/drawing/2014/main" id="{13C40835-8551-BBD2-D9AC-6C126BF73D40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049258" y="2735488"/>
              <a:ext cx="1800000" cy="776676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93E20F35-27D2-E318-D1C2-A187BF23D317}"/>
                </a:ext>
              </a:extLst>
            </p:cNvPr>
            <p:cNvGrpSpPr/>
            <p:nvPr/>
          </p:nvGrpSpPr>
          <p:grpSpPr>
            <a:xfrm>
              <a:off x="5108902" y="2888152"/>
              <a:ext cx="1152770" cy="525526"/>
              <a:chOff x="5108902" y="2888152"/>
              <a:chExt cx="1152770" cy="525526"/>
            </a:xfrm>
          </p:grpSpPr>
          <p:pic>
            <p:nvPicPr>
              <p:cNvPr id="28" name="Google Shape;1089;p89">
                <a:extLst>
                  <a:ext uri="{FF2B5EF4-FFF2-40B4-BE49-F238E27FC236}">
                    <a16:creationId xmlns:a16="http://schemas.microsoft.com/office/drawing/2014/main" id="{96C22134-6DB7-46F9-32C5-DBC2609FA050}"/>
                  </a:ext>
                </a:extLst>
              </p:cNvPr>
              <p:cNvPicPr preferRelativeResize="0"/>
              <p:nvPr/>
            </p:nvPicPr>
            <p:blipFill rotWithShape="1">
              <a:blip r:embed="rId7">
                <a:alphaModFix/>
              </a:blip>
              <a:srcRect/>
              <a:stretch/>
            </p:blipFill>
            <p:spPr>
              <a:xfrm>
                <a:off x="5947910" y="2888152"/>
                <a:ext cx="313762" cy="525526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9" name="Google Shape;1090;p89">
                <a:extLst>
                  <a:ext uri="{FF2B5EF4-FFF2-40B4-BE49-F238E27FC236}">
                    <a16:creationId xmlns:a16="http://schemas.microsoft.com/office/drawing/2014/main" id="{C236FF25-7236-C616-14B1-8B1527319A8F}"/>
                  </a:ext>
                </a:extLst>
              </p:cNvPr>
              <p:cNvSpPr txBox="1"/>
              <p:nvPr/>
            </p:nvSpPr>
            <p:spPr>
              <a:xfrm>
                <a:off x="5108902" y="2997047"/>
                <a:ext cx="835741" cy="30773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lang="en-US" sz="1400" b="0" i="0" u="none" strike="noStrike" cap="none" dirty="0">
                    <a:solidFill>
                      <a:srgbClr val="121C29"/>
                    </a:solidFill>
                    <a:latin typeface="Space Grotesk"/>
                    <a:ea typeface="Space Grotesk"/>
                    <a:cs typeface="Space Grotesk"/>
                    <a:sym typeface="Space Grotesk"/>
                  </a:rPr>
                  <a:t>Kafka</a:t>
                </a:r>
                <a:endParaRPr sz="1400" b="0" i="0" u="none" strike="noStrike" cap="none" dirty="0">
                  <a:solidFill>
                    <a:srgbClr val="121C29"/>
                  </a:solidFill>
                  <a:latin typeface="Space Grotesk"/>
                  <a:ea typeface="Space Grotesk"/>
                  <a:cs typeface="Space Grotesk"/>
                  <a:sym typeface="Space Grotesk"/>
                </a:endParaRPr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86B07B6-DADF-30D0-5A75-F1100F7CC4AB}"/>
              </a:ext>
            </a:extLst>
          </p:cNvPr>
          <p:cNvGrpSpPr/>
          <p:nvPr/>
        </p:nvGrpSpPr>
        <p:grpSpPr>
          <a:xfrm>
            <a:off x="2435883" y="735660"/>
            <a:ext cx="1562615" cy="385304"/>
            <a:chOff x="3517336" y="2468207"/>
            <a:chExt cx="1562615" cy="385304"/>
          </a:xfrm>
        </p:grpSpPr>
        <p:cxnSp>
          <p:nvCxnSpPr>
            <p:cNvPr id="42" name="Google Shape;442;p42">
              <a:extLst>
                <a:ext uri="{FF2B5EF4-FFF2-40B4-BE49-F238E27FC236}">
                  <a16:creationId xmlns:a16="http://schemas.microsoft.com/office/drawing/2014/main" id="{58C4D7F4-E2D5-AAB2-2AD0-49AB0D10B744}"/>
                </a:ext>
              </a:extLst>
            </p:cNvPr>
            <p:cNvCxnSpPr>
              <a:cxnSpLocks/>
            </p:cNvCxnSpPr>
            <p:nvPr/>
          </p:nvCxnSpPr>
          <p:spPr>
            <a:xfrm>
              <a:off x="3533101" y="2853511"/>
              <a:ext cx="154685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triangle" w="lg" len="lg"/>
            </a:ln>
          </p:spPr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AF5BD1D-1482-9F72-F30C-CFDEDD89AF8E}"/>
                </a:ext>
              </a:extLst>
            </p:cNvPr>
            <p:cNvSpPr txBox="1"/>
            <p:nvPr/>
          </p:nvSpPr>
          <p:spPr>
            <a:xfrm>
              <a:off x="3517336" y="2468207"/>
              <a:ext cx="15520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invoke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sp>
        <p:nvSpPr>
          <p:cNvPr id="51" name="TextBox 50">
            <a:extLst>
              <a:ext uri="{FF2B5EF4-FFF2-40B4-BE49-F238E27FC236}">
                <a16:creationId xmlns:a16="http://schemas.microsoft.com/office/drawing/2014/main" id="{EC2C4419-447A-ECEE-37AD-F93CFD99140A}"/>
              </a:ext>
            </a:extLst>
          </p:cNvPr>
          <p:cNvSpPr txBox="1"/>
          <p:nvPr/>
        </p:nvSpPr>
        <p:spPr>
          <a:xfrm>
            <a:off x="8673070" y="2671789"/>
            <a:ext cx="13436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/endpoint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DE0D4998-20C2-9118-C91D-2249BF118EDC}"/>
              </a:ext>
            </a:extLst>
          </p:cNvPr>
          <p:cNvGrpSpPr/>
          <p:nvPr/>
        </p:nvGrpSpPr>
        <p:grpSpPr>
          <a:xfrm>
            <a:off x="7456601" y="3314308"/>
            <a:ext cx="1855000" cy="1890000"/>
            <a:chOff x="7394266" y="1813369"/>
            <a:chExt cx="1855000" cy="1890000"/>
          </a:xfrm>
        </p:grpSpPr>
        <p:pic>
          <p:nvPicPr>
            <p:cNvPr id="54" name="Google Shape;438;p42">
              <a:extLst>
                <a:ext uri="{FF2B5EF4-FFF2-40B4-BE49-F238E27FC236}">
                  <a16:creationId xmlns:a16="http://schemas.microsoft.com/office/drawing/2014/main" id="{8DB94521-A25F-3964-6204-7885D7D85C65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7394266" y="1813369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5" name="Google Shape;1804;p4">
              <a:extLst>
                <a:ext uri="{FF2B5EF4-FFF2-40B4-BE49-F238E27FC236}">
                  <a16:creationId xmlns:a16="http://schemas.microsoft.com/office/drawing/2014/main" id="{18DA26C9-7F50-D827-A322-F6E2D8F0C033}"/>
                </a:ext>
              </a:extLst>
            </p:cNvPr>
            <p:cNvSpPr txBox="1"/>
            <p:nvPr/>
          </p:nvSpPr>
          <p:spPr>
            <a:xfrm>
              <a:off x="7949713" y="2249511"/>
              <a:ext cx="1149446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US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Order Processor</a:t>
              </a:r>
              <a:endParaRPr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09B929AD-98FF-E3B7-3BA3-E2A04E20DDF3}"/>
              </a:ext>
            </a:extLst>
          </p:cNvPr>
          <p:cNvSpPr txBox="1"/>
          <p:nvPr/>
        </p:nvSpPr>
        <p:spPr>
          <a:xfrm>
            <a:off x="8740771" y="2454624"/>
            <a:ext cx="11416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tx1"/>
                </a:solidFill>
                <a:latin typeface="Space Grotesk" pitchFamily="2" charset="0"/>
                <a:cs typeface="Space Grotesk" pitchFamily="2" charset="0"/>
              </a:rPr>
              <a:t>Subscription</a:t>
            </a:r>
            <a:endParaRPr lang="en-NL" sz="1200" dirty="0">
              <a:solidFill>
                <a:schemeClr val="tx1"/>
              </a:solidFill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59" name="Google Shape;777;p58">
            <a:extLst>
              <a:ext uri="{FF2B5EF4-FFF2-40B4-BE49-F238E27FC236}">
                <a16:creationId xmlns:a16="http://schemas.microsoft.com/office/drawing/2014/main" id="{0ED05004-FEB0-E788-9D3B-DFCAD3D375CD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1078397" y="6698905"/>
            <a:ext cx="746881" cy="94139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0" name="Google Shape;442;p42">
            <a:extLst>
              <a:ext uri="{FF2B5EF4-FFF2-40B4-BE49-F238E27FC236}">
                <a16:creationId xmlns:a16="http://schemas.microsoft.com/office/drawing/2014/main" id="{6073AC84-DE65-A96A-DA6B-2EFECB9712B7}"/>
              </a:ext>
            </a:extLst>
          </p:cNvPr>
          <p:cNvCxnSpPr>
            <a:cxnSpLocks/>
          </p:cNvCxnSpPr>
          <p:nvPr/>
        </p:nvCxnSpPr>
        <p:spPr>
          <a:xfrm flipH="1">
            <a:off x="3204736" y="7067138"/>
            <a:ext cx="1456337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cxnSp>
        <p:nvCxnSpPr>
          <p:cNvPr id="62" name="Google Shape;442;p42">
            <a:extLst>
              <a:ext uri="{FF2B5EF4-FFF2-40B4-BE49-F238E27FC236}">
                <a16:creationId xmlns:a16="http://schemas.microsoft.com/office/drawing/2014/main" id="{A7C69E69-B5FB-E9EA-84A7-EDC3AF1074EB}"/>
              </a:ext>
            </a:extLst>
          </p:cNvPr>
          <p:cNvCxnSpPr>
            <a:cxnSpLocks/>
          </p:cNvCxnSpPr>
          <p:nvPr/>
        </p:nvCxnSpPr>
        <p:spPr>
          <a:xfrm flipH="1">
            <a:off x="6318735" y="7023059"/>
            <a:ext cx="1456337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grpSp>
        <p:nvGrpSpPr>
          <p:cNvPr id="17" name="Google Shape;1831;p5">
            <a:extLst>
              <a:ext uri="{FF2B5EF4-FFF2-40B4-BE49-F238E27FC236}">
                <a16:creationId xmlns:a16="http://schemas.microsoft.com/office/drawing/2014/main" id="{EFC98061-1422-6820-1FDD-B5BDE9D3E532}"/>
              </a:ext>
            </a:extLst>
          </p:cNvPr>
          <p:cNvGrpSpPr>
            <a:grpSpLocks noChangeAspect="1"/>
          </p:cNvGrpSpPr>
          <p:nvPr/>
        </p:nvGrpSpPr>
        <p:grpSpPr>
          <a:xfrm>
            <a:off x="1287280" y="6350850"/>
            <a:ext cx="1766667" cy="1800000"/>
            <a:chOff x="1008840" y="1539001"/>
            <a:chExt cx="1855000" cy="1890000"/>
          </a:xfrm>
        </p:grpSpPr>
        <p:pic>
          <p:nvPicPr>
            <p:cNvPr id="18" name="Google Shape;1832;p5">
              <a:extLst>
                <a:ext uri="{FF2B5EF4-FFF2-40B4-BE49-F238E27FC236}">
                  <a16:creationId xmlns:a16="http://schemas.microsoft.com/office/drawing/2014/main" id="{8523E0E6-6F96-5FE0-1707-786AE5A70966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1008840" y="1539001"/>
              <a:ext cx="1855000" cy="189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9" name="Google Shape;1833;p5">
              <a:extLst>
                <a:ext uri="{FF2B5EF4-FFF2-40B4-BE49-F238E27FC236}">
                  <a16:creationId xmlns:a16="http://schemas.microsoft.com/office/drawing/2014/main" id="{3173C257-3848-C75C-E159-D1548B04B719}"/>
                </a:ext>
              </a:extLst>
            </p:cNvPr>
            <p:cNvSpPr txBox="1"/>
            <p:nvPr/>
          </p:nvSpPr>
          <p:spPr>
            <a:xfrm>
              <a:off x="1498037" y="2099282"/>
              <a:ext cx="1241317" cy="32312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lang="en-CA" sz="1400" b="1" i="0" u="none" strike="noStrike" cap="none" dirty="0">
                  <a:solidFill>
                    <a:schemeClr val="lt1"/>
                  </a:solidFill>
                  <a:latin typeface="Space Grotesk"/>
                  <a:ea typeface="Space Grotesk"/>
                  <a:cs typeface="Space Grotesk"/>
                  <a:sym typeface="Space Grotesk"/>
                </a:rPr>
                <a:t>Loyalty</a:t>
              </a:r>
              <a:endParaRPr sz="1400" b="1" i="0" u="none" strike="noStrike" cap="none" dirty="0">
                <a:solidFill>
                  <a:schemeClr val="lt1"/>
                </a:solidFill>
                <a:latin typeface="Space Grotesk"/>
                <a:ea typeface="Space Grotesk"/>
                <a:cs typeface="Space Grotesk"/>
                <a:sym typeface="Space Grotesk"/>
              </a:endParaRPr>
            </a:p>
          </p:txBody>
        </p:sp>
      </p:grpSp>
      <p:cxnSp>
        <p:nvCxnSpPr>
          <p:cNvPr id="72" name="Google Shape;442;p42">
            <a:extLst>
              <a:ext uri="{FF2B5EF4-FFF2-40B4-BE49-F238E27FC236}">
                <a16:creationId xmlns:a16="http://schemas.microsoft.com/office/drawing/2014/main" id="{44E5FA58-561D-3585-3A23-2D01F6DACBF7}"/>
              </a:ext>
            </a:extLst>
          </p:cNvPr>
          <p:cNvCxnSpPr>
            <a:cxnSpLocks/>
          </p:cNvCxnSpPr>
          <p:nvPr/>
        </p:nvCxnSpPr>
        <p:spPr>
          <a:xfrm>
            <a:off x="9462390" y="7078877"/>
            <a:ext cx="1215885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7E871F71-AAAD-7CEC-9EE0-99EFD75ACADA}"/>
              </a:ext>
            </a:extLst>
          </p:cNvPr>
          <p:cNvSpPr txBox="1"/>
          <p:nvPr/>
        </p:nvSpPr>
        <p:spPr>
          <a:xfrm>
            <a:off x="9349778" y="6599519"/>
            <a:ext cx="16273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/v1.0/</a:t>
            </a:r>
            <a:r>
              <a:rPr lang="en-US" sz="1200" b="1" dirty="0">
                <a:solidFill>
                  <a:schemeClr val="accent6"/>
                </a:solidFill>
                <a:latin typeface="Space Grotesk" pitchFamily="2" charset="0"/>
                <a:cs typeface="Space Grotesk" pitchFamily="2" charset="0"/>
              </a:rPr>
              <a:t>binding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78" name="Google Shape;1783;p3">
            <a:extLst>
              <a:ext uri="{FF2B5EF4-FFF2-40B4-BE49-F238E27FC236}">
                <a16:creationId xmlns:a16="http://schemas.microsoft.com/office/drawing/2014/main" id="{82D30F47-0364-93A3-947F-BC2CC58143B2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800332" y="6066955"/>
            <a:ext cx="540000" cy="5400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9" name="Google Shape;442;p42">
            <a:extLst>
              <a:ext uri="{FF2B5EF4-FFF2-40B4-BE49-F238E27FC236}">
                <a16:creationId xmlns:a16="http://schemas.microsoft.com/office/drawing/2014/main" id="{B270A6C0-FA16-CE30-E94C-701DD2B23C39}"/>
              </a:ext>
            </a:extLst>
          </p:cNvPr>
          <p:cNvCxnSpPr>
            <a:cxnSpLocks/>
          </p:cNvCxnSpPr>
          <p:nvPr/>
        </p:nvCxnSpPr>
        <p:spPr>
          <a:xfrm flipH="1">
            <a:off x="8602841" y="4951578"/>
            <a:ext cx="1372" cy="1255441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B812664-0DC9-E615-2E53-1B422CBA2C98}"/>
              </a:ext>
            </a:extLst>
          </p:cNvPr>
          <p:cNvGrpSpPr/>
          <p:nvPr/>
        </p:nvGrpSpPr>
        <p:grpSpPr>
          <a:xfrm>
            <a:off x="8673070" y="4976342"/>
            <a:ext cx="1827744" cy="821050"/>
            <a:chOff x="8808855" y="4989122"/>
            <a:chExt cx="1827744" cy="821050"/>
          </a:xfrm>
        </p:grpSpPr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BA56FB17-BAC0-BAA5-7F65-4384D2F51030}"/>
                </a:ext>
              </a:extLst>
            </p:cNvPr>
            <p:cNvSpPr txBox="1"/>
            <p:nvPr/>
          </p:nvSpPr>
          <p:spPr>
            <a:xfrm>
              <a:off x="8808855" y="5533173"/>
              <a:ext cx="182774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workflows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  <p:pic>
          <p:nvPicPr>
            <p:cNvPr id="83" name="Google Shape;1779;p3">
              <a:extLst>
                <a:ext uri="{FF2B5EF4-FFF2-40B4-BE49-F238E27FC236}">
                  <a16:creationId xmlns:a16="http://schemas.microsoft.com/office/drawing/2014/main" id="{C42B597B-4E60-07D6-C0C1-CB32BB3EEAC2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9401236" y="4989122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074A1898-39E8-B481-BB8D-9FCD4A95D9DF}"/>
              </a:ext>
            </a:extLst>
          </p:cNvPr>
          <p:cNvGrpSpPr/>
          <p:nvPr/>
        </p:nvGrpSpPr>
        <p:grpSpPr>
          <a:xfrm>
            <a:off x="121414" y="3031595"/>
            <a:ext cx="1467239" cy="1457444"/>
            <a:chOff x="-347891" y="2230123"/>
            <a:chExt cx="1467239" cy="1457444"/>
          </a:xfrm>
        </p:grpSpPr>
        <p:grpSp>
          <p:nvGrpSpPr>
            <p:cNvPr id="89" name="Google Shape;1470;p112">
              <a:extLst>
                <a:ext uri="{FF2B5EF4-FFF2-40B4-BE49-F238E27FC236}">
                  <a16:creationId xmlns:a16="http://schemas.microsoft.com/office/drawing/2014/main" id="{4225ABA9-DAC7-AF21-6158-30ACAC064E8D}"/>
                </a:ext>
              </a:extLst>
            </p:cNvPr>
            <p:cNvGrpSpPr/>
            <p:nvPr/>
          </p:nvGrpSpPr>
          <p:grpSpPr>
            <a:xfrm>
              <a:off x="-347891" y="2230123"/>
              <a:ext cx="1467239" cy="1457444"/>
              <a:chOff x="4285033" y="2530794"/>
              <a:chExt cx="2433176" cy="2393305"/>
            </a:xfrm>
          </p:grpSpPr>
          <p:pic>
            <p:nvPicPr>
              <p:cNvPr id="90" name="Google Shape;1471;p112">
                <a:extLst>
                  <a:ext uri="{FF2B5EF4-FFF2-40B4-BE49-F238E27FC236}">
                    <a16:creationId xmlns:a16="http://schemas.microsoft.com/office/drawing/2014/main" id="{70203C35-2957-FE92-D4D3-2374AFD3CB12}"/>
                  </a:ext>
                </a:extLst>
              </p:cNvPr>
              <p:cNvPicPr preferRelativeResize="0"/>
              <p:nvPr/>
            </p:nvPicPr>
            <p:blipFill rotWithShape="1">
              <a:blip r:embed="rId12">
                <a:alphaModFix/>
              </a:blip>
              <a:srcRect/>
              <a:stretch/>
            </p:blipFill>
            <p:spPr>
              <a:xfrm>
                <a:off x="4781622" y="2530794"/>
                <a:ext cx="1440000" cy="1440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1" name="Google Shape;1472;p112">
                <a:extLst>
                  <a:ext uri="{FF2B5EF4-FFF2-40B4-BE49-F238E27FC236}">
                    <a16:creationId xmlns:a16="http://schemas.microsoft.com/office/drawing/2014/main" id="{4C8486C5-C129-911B-2F05-FCCAD6B84FA6}"/>
                  </a:ext>
                </a:extLst>
              </p:cNvPr>
              <p:cNvSpPr txBox="1"/>
              <p:nvPr/>
            </p:nvSpPr>
            <p:spPr>
              <a:xfrm>
                <a:off x="4285033" y="4064972"/>
                <a:ext cx="2433176" cy="85912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rPr lang="en-US" sz="1400" b="1" i="0" u="none" strike="noStrike" cap="none" dirty="0">
                    <a:solidFill>
                      <a:schemeClr val="dk1"/>
                    </a:solidFill>
                    <a:latin typeface="Space Grotesk"/>
                    <a:ea typeface="Space Grotesk"/>
                    <a:cs typeface="Space Grotesk"/>
                    <a:sym typeface="Space Grotesk"/>
                  </a:rPr>
                  <a:t>Cron input binding</a:t>
                </a:r>
                <a:endParaRPr sz="1400" b="1" i="0" u="none" strike="noStrike" cap="none" dirty="0">
                  <a:solidFill>
                    <a:schemeClr val="dk1"/>
                  </a:solidFill>
                  <a:latin typeface="Space Grotesk"/>
                  <a:ea typeface="Space Grotesk"/>
                  <a:cs typeface="Space Grotesk"/>
                  <a:sym typeface="Space Grotesk"/>
                </a:endParaRPr>
              </a:p>
            </p:txBody>
          </p:sp>
        </p:grpSp>
        <p:pic>
          <p:nvPicPr>
            <p:cNvPr id="86" name="Google Shape;1783;p3">
              <a:extLst>
                <a:ext uri="{FF2B5EF4-FFF2-40B4-BE49-F238E27FC236}">
                  <a16:creationId xmlns:a16="http://schemas.microsoft.com/office/drawing/2014/main" id="{79D8A353-9B40-CE77-2759-50267CAFD81C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79549" y="2428543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92" name="Google Shape;442;p42">
            <a:extLst>
              <a:ext uri="{FF2B5EF4-FFF2-40B4-BE49-F238E27FC236}">
                <a16:creationId xmlns:a16="http://schemas.microsoft.com/office/drawing/2014/main" id="{7B57FB8E-ADA4-6546-7EC2-E35521EC7026}"/>
              </a:ext>
            </a:extLst>
          </p:cNvPr>
          <p:cNvCxnSpPr>
            <a:cxnSpLocks/>
          </p:cNvCxnSpPr>
          <p:nvPr/>
        </p:nvCxnSpPr>
        <p:spPr>
          <a:xfrm>
            <a:off x="1448571" y="3503319"/>
            <a:ext cx="1353366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pic>
        <p:nvPicPr>
          <p:cNvPr id="96" name="Google Shape;777;p58">
            <a:extLst>
              <a:ext uri="{FF2B5EF4-FFF2-40B4-BE49-F238E27FC236}">
                <a16:creationId xmlns:a16="http://schemas.microsoft.com/office/drawing/2014/main" id="{C0984A1C-4A98-55F5-799E-CD70CD728DFC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984699" y="8733205"/>
            <a:ext cx="746881" cy="94139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7" name="Google Shape;442;p42">
            <a:extLst>
              <a:ext uri="{FF2B5EF4-FFF2-40B4-BE49-F238E27FC236}">
                <a16:creationId xmlns:a16="http://schemas.microsoft.com/office/drawing/2014/main" id="{CB9A69EF-9A80-1CBD-F8C5-9D528002AB29}"/>
              </a:ext>
            </a:extLst>
          </p:cNvPr>
          <p:cNvCxnSpPr>
            <a:cxnSpLocks/>
          </p:cNvCxnSpPr>
          <p:nvPr/>
        </p:nvCxnSpPr>
        <p:spPr>
          <a:xfrm rot="10800000" flipV="1">
            <a:off x="2359157" y="7847102"/>
            <a:ext cx="0" cy="726619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1BF90DD7-5D35-7A5F-D253-3AF0C064458A}"/>
              </a:ext>
            </a:extLst>
          </p:cNvPr>
          <p:cNvCxnSpPr>
            <a:cxnSpLocks/>
          </p:cNvCxnSpPr>
          <p:nvPr/>
        </p:nvCxnSpPr>
        <p:spPr>
          <a:xfrm>
            <a:off x="5659587" y="1101954"/>
            <a:ext cx="984999" cy="748013"/>
          </a:xfrm>
          <a:prstGeom prst="bentConnector3">
            <a:avLst>
              <a:gd name="adj1" fmla="val 100636"/>
            </a:avLst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cxnSp>
        <p:nvCxnSpPr>
          <p:cNvPr id="112" name="Elbow Connector 111">
            <a:extLst>
              <a:ext uri="{FF2B5EF4-FFF2-40B4-BE49-F238E27FC236}">
                <a16:creationId xmlns:a16="http://schemas.microsoft.com/office/drawing/2014/main" id="{27718948-6915-8461-275C-408182C832CC}"/>
              </a:ext>
            </a:extLst>
          </p:cNvPr>
          <p:cNvCxnSpPr>
            <a:cxnSpLocks/>
          </p:cNvCxnSpPr>
          <p:nvPr/>
        </p:nvCxnSpPr>
        <p:spPr>
          <a:xfrm>
            <a:off x="7589727" y="2351703"/>
            <a:ext cx="984999" cy="748013"/>
          </a:xfrm>
          <a:prstGeom prst="bentConnector3">
            <a:avLst>
              <a:gd name="adj1" fmla="val 100636"/>
            </a:avLst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pic>
        <p:nvPicPr>
          <p:cNvPr id="113" name="Google Shape;1777;p3">
            <a:extLst>
              <a:ext uri="{FF2B5EF4-FFF2-40B4-BE49-F238E27FC236}">
                <a16:creationId xmlns:a16="http://schemas.microsoft.com/office/drawing/2014/main" id="{EC803FE4-CC5F-A1D3-35D0-0A6B02C75BAD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904552" y="238510"/>
            <a:ext cx="518284" cy="52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448;p42">
            <a:extLst>
              <a:ext uri="{FF2B5EF4-FFF2-40B4-BE49-F238E27FC236}">
                <a16:creationId xmlns:a16="http://schemas.microsoft.com/office/drawing/2014/main" id="{28EA4DE1-915E-7E2B-FE04-3B435C6895E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41600" y="1937373"/>
            <a:ext cx="540000" cy="540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8368129-0DD4-1DD2-0CE5-E4899109CC03}"/>
              </a:ext>
            </a:extLst>
          </p:cNvPr>
          <p:cNvGrpSpPr/>
          <p:nvPr/>
        </p:nvGrpSpPr>
        <p:grpSpPr>
          <a:xfrm>
            <a:off x="5718084" y="4708166"/>
            <a:ext cx="1609736" cy="836008"/>
            <a:chOff x="5099285" y="3971467"/>
            <a:chExt cx="1609736" cy="836008"/>
          </a:xfrm>
        </p:grpSpPr>
        <p:pic>
          <p:nvPicPr>
            <p:cNvPr id="116" name="Google Shape;448;p42">
              <a:extLst>
                <a:ext uri="{FF2B5EF4-FFF2-40B4-BE49-F238E27FC236}">
                  <a16:creationId xmlns:a16="http://schemas.microsoft.com/office/drawing/2014/main" id="{07BDAE06-BE72-4589-1279-7BA299A0699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5580951" y="3971467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99C2B302-0CFD-150E-0327-D6925B058488}"/>
                </a:ext>
              </a:extLst>
            </p:cNvPr>
            <p:cNvSpPr txBox="1"/>
            <p:nvPr/>
          </p:nvSpPr>
          <p:spPr>
            <a:xfrm>
              <a:off x="5099285" y="4530476"/>
              <a:ext cx="160973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publish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cxnSp>
        <p:nvCxnSpPr>
          <p:cNvPr id="118" name="Elbow Connector 117">
            <a:extLst>
              <a:ext uri="{FF2B5EF4-FFF2-40B4-BE49-F238E27FC236}">
                <a16:creationId xmlns:a16="http://schemas.microsoft.com/office/drawing/2014/main" id="{45B2BBF7-814E-D193-065E-0F544247870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347092" y="4129874"/>
            <a:ext cx="3453746" cy="782159"/>
          </a:xfrm>
          <a:prstGeom prst="bentConnector3">
            <a:avLst>
              <a:gd name="adj1" fmla="val 50000"/>
            </a:avLst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B68EC2DC-5A18-207D-9527-2800F83DA829}"/>
              </a:ext>
            </a:extLst>
          </p:cNvPr>
          <p:cNvGrpSpPr/>
          <p:nvPr/>
        </p:nvGrpSpPr>
        <p:grpSpPr>
          <a:xfrm>
            <a:off x="2473918" y="7765815"/>
            <a:ext cx="1463862" cy="864366"/>
            <a:chOff x="5647227" y="7809722"/>
            <a:chExt cx="1463862" cy="864366"/>
          </a:xfrm>
        </p:grpSpPr>
        <p:pic>
          <p:nvPicPr>
            <p:cNvPr id="132" name="Google Shape;450;p42">
              <a:extLst>
                <a:ext uri="{FF2B5EF4-FFF2-40B4-BE49-F238E27FC236}">
                  <a16:creationId xmlns:a16="http://schemas.microsoft.com/office/drawing/2014/main" id="{2E22A764-E51A-5F62-3854-AA1F118D95E3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6046768" y="7809722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C16656F-F399-4AE1-EA82-803AE22843E3}"/>
                </a:ext>
              </a:extLst>
            </p:cNvPr>
            <p:cNvSpPr txBox="1"/>
            <p:nvPr/>
          </p:nvSpPr>
          <p:spPr>
            <a:xfrm>
              <a:off x="5647227" y="8397089"/>
              <a:ext cx="146386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state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pic>
        <p:nvPicPr>
          <p:cNvPr id="134" name="Google Shape;777;p58">
            <a:extLst>
              <a:ext uri="{FF2B5EF4-FFF2-40B4-BE49-F238E27FC236}">
                <a16:creationId xmlns:a16="http://schemas.microsoft.com/office/drawing/2014/main" id="{725563AB-9D77-D64D-FB3B-DCF71877F15C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163157" y="8725405"/>
            <a:ext cx="746881" cy="94139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5" name="Google Shape;442;p42">
            <a:extLst>
              <a:ext uri="{FF2B5EF4-FFF2-40B4-BE49-F238E27FC236}">
                <a16:creationId xmlns:a16="http://schemas.microsoft.com/office/drawing/2014/main" id="{8B70674B-30AE-DCB5-9691-C7B3B25818C5}"/>
              </a:ext>
            </a:extLst>
          </p:cNvPr>
          <p:cNvCxnSpPr>
            <a:cxnSpLocks/>
          </p:cNvCxnSpPr>
          <p:nvPr/>
        </p:nvCxnSpPr>
        <p:spPr>
          <a:xfrm rot="10800000" flipV="1">
            <a:off x="5537615" y="7839302"/>
            <a:ext cx="0" cy="726619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305E5205-356A-3989-B325-71638A0903BB}"/>
              </a:ext>
            </a:extLst>
          </p:cNvPr>
          <p:cNvGrpSpPr/>
          <p:nvPr/>
        </p:nvGrpSpPr>
        <p:grpSpPr>
          <a:xfrm>
            <a:off x="5652376" y="7758015"/>
            <a:ext cx="1463862" cy="864366"/>
            <a:chOff x="5647227" y="7809722"/>
            <a:chExt cx="1463862" cy="864366"/>
          </a:xfrm>
        </p:grpSpPr>
        <p:pic>
          <p:nvPicPr>
            <p:cNvPr id="137" name="Google Shape;450;p42">
              <a:extLst>
                <a:ext uri="{FF2B5EF4-FFF2-40B4-BE49-F238E27FC236}">
                  <a16:creationId xmlns:a16="http://schemas.microsoft.com/office/drawing/2014/main" id="{A63B7499-4A5B-D9C1-B3B6-BBC7C99F5C2B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6046768" y="7809722"/>
              <a:ext cx="540000" cy="5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12A1813-C5E5-F237-5EAA-F943F97AC4C6}"/>
                </a:ext>
              </a:extLst>
            </p:cNvPr>
            <p:cNvSpPr txBox="1"/>
            <p:nvPr/>
          </p:nvSpPr>
          <p:spPr>
            <a:xfrm>
              <a:off x="5647227" y="8397089"/>
              <a:ext cx="146386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solidFill>
                    <a:schemeClr val="accent2"/>
                  </a:solidFill>
                  <a:latin typeface="Space Grotesk" pitchFamily="2" charset="0"/>
                  <a:cs typeface="Space Grotesk" pitchFamily="2" charset="0"/>
                </a:rPr>
                <a:t>POST</a:t>
              </a:r>
              <a:r>
                <a:rPr lang="en-US" sz="1200" b="1" dirty="0">
                  <a:latin typeface="Space Grotesk" pitchFamily="2" charset="0"/>
                  <a:cs typeface="Space Grotesk" pitchFamily="2" charset="0"/>
                </a:rPr>
                <a:t> 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/v1.0/</a:t>
              </a:r>
              <a:r>
                <a:rPr lang="en-US" sz="1200" b="1" dirty="0">
                  <a:solidFill>
                    <a:schemeClr val="accent6"/>
                  </a:solidFill>
                  <a:latin typeface="Space Grotesk" pitchFamily="2" charset="0"/>
                  <a:cs typeface="Space Grotesk" pitchFamily="2" charset="0"/>
                </a:rPr>
                <a:t>state</a:t>
              </a:r>
              <a:r>
                <a:rPr lang="en-US" sz="1200" dirty="0">
                  <a:latin typeface="Space Grotesk" pitchFamily="2" charset="0"/>
                  <a:cs typeface="Space Grotesk" pitchFamily="2" charset="0"/>
                </a:rPr>
                <a:t>/</a:t>
              </a:r>
              <a:endParaRPr lang="en-NL" sz="1200" dirty="0">
                <a:latin typeface="Space Grotesk" pitchFamily="2" charset="0"/>
                <a:cs typeface="Space Grotesk" pitchFamily="2" charset="0"/>
              </a:endParaRPr>
            </a:p>
          </p:txBody>
        </p:sp>
      </p:grpSp>
      <p:cxnSp>
        <p:nvCxnSpPr>
          <p:cNvPr id="139" name="Elbow Connector 138">
            <a:extLst>
              <a:ext uri="{FF2B5EF4-FFF2-40B4-BE49-F238E27FC236}">
                <a16:creationId xmlns:a16="http://schemas.microsoft.com/office/drawing/2014/main" id="{39746E91-BDB0-0D9F-3DB0-A0F3256795F8}"/>
              </a:ext>
            </a:extLst>
          </p:cNvPr>
          <p:cNvCxnSpPr>
            <a:cxnSpLocks/>
          </p:cNvCxnSpPr>
          <p:nvPr/>
        </p:nvCxnSpPr>
        <p:spPr>
          <a:xfrm rot="16200000" flipH="1">
            <a:off x="3526163" y="4400725"/>
            <a:ext cx="1887026" cy="1725565"/>
          </a:xfrm>
          <a:prstGeom prst="bentConnector3">
            <a:avLst>
              <a:gd name="adj1" fmla="val 50000"/>
            </a:avLst>
          </a:prstGeom>
          <a:noFill/>
          <a:ln w="25400" cap="flat" cmpd="sng">
            <a:solidFill>
              <a:schemeClr val="dk1"/>
            </a:solidFill>
            <a:prstDash val="solid"/>
            <a:miter lim="800000"/>
            <a:headEnd type="none" w="sm" len="sm"/>
            <a:tailEnd type="triangle" w="lg" len="lg"/>
          </a:ln>
        </p:spPr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13503811-EF31-C79F-B8A7-BE6ACB32A59A}"/>
              </a:ext>
            </a:extLst>
          </p:cNvPr>
          <p:cNvSpPr txBox="1"/>
          <p:nvPr/>
        </p:nvSpPr>
        <p:spPr>
          <a:xfrm>
            <a:off x="3610906" y="5789388"/>
            <a:ext cx="15520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solidFill>
                  <a:schemeClr val="accent2"/>
                </a:solidFill>
                <a:latin typeface="Space Grotesk" pitchFamily="2" charset="0"/>
                <a:cs typeface="Space Grotesk" pitchFamily="2" charset="0"/>
              </a:rPr>
              <a:t>POST</a:t>
            </a:r>
            <a:r>
              <a:rPr lang="en-US" sz="1200" b="1" dirty="0">
                <a:latin typeface="Space Grotesk" pitchFamily="2" charset="0"/>
                <a:cs typeface="Space Grotesk" pitchFamily="2" charset="0"/>
              </a:rPr>
              <a:t> 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/v1.0/</a:t>
            </a:r>
            <a:r>
              <a:rPr lang="en-US" sz="1200" b="1" dirty="0">
                <a:solidFill>
                  <a:schemeClr val="accent6"/>
                </a:solidFill>
                <a:latin typeface="Space Grotesk" pitchFamily="2" charset="0"/>
                <a:cs typeface="Space Grotesk" pitchFamily="2" charset="0"/>
              </a:rPr>
              <a:t>invoke</a:t>
            </a:r>
            <a:r>
              <a:rPr lang="en-US" sz="1200" dirty="0">
                <a:latin typeface="Space Grotesk" pitchFamily="2" charset="0"/>
                <a:cs typeface="Space Grotesk" pitchFamily="2" charset="0"/>
              </a:rPr>
              <a:t>/</a:t>
            </a:r>
            <a:endParaRPr lang="en-NL" sz="1200" dirty="0">
              <a:latin typeface="Space Grotesk" pitchFamily="2" charset="0"/>
              <a:cs typeface="Space Grotesk" pitchFamily="2" charset="0"/>
            </a:endParaRPr>
          </a:p>
        </p:txBody>
      </p:sp>
      <p:pic>
        <p:nvPicPr>
          <p:cNvPr id="147" name="Google Shape;1777;p3">
            <a:extLst>
              <a:ext uri="{FF2B5EF4-FFF2-40B4-BE49-F238E27FC236}">
                <a16:creationId xmlns:a16="http://schemas.microsoft.com/office/drawing/2014/main" id="{31002267-C9B3-7335-803A-F5269301E85A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4079575" y="5292238"/>
            <a:ext cx="518284" cy="5255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37435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Dapr">
      <a:dk1>
        <a:srgbClr val="121C29"/>
      </a:dk1>
      <a:lt1>
        <a:srgbClr val="FCFCFC"/>
      </a:lt1>
      <a:dk2>
        <a:srgbClr val="121C29"/>
      </a:dk2>
      <a:lt2>
        <a:srgbClr val="AAAAAA"/>
      </a:lt2>
      <a:accent1>
        <a:srgbClr val="0D2192"/>
      </a:accent1>
      <a:accent2>
        <a:srgbClr val="3EA9F5"/>
      </a:accent2>
      <a:accent3>
        <a:srgbClr val="489FB5"/>
      </a:accent3>
      <a:accent4>
        <a:srgbClr val="0BDDA3"/>
      </a:accent4>
      <a:accent5>
        <a:srgbClr val="EFCA08"/>
      </a:accent5>
      <a:accent6>
        <a:srgbClr val="FF4E00"/>
      </a:accent6>
      <a:hlink>
        <a:srgbClr val="3EA9F5"/>
      </a:hlink>
      <a:folHlink>
        <a:srgbClr val="3EA9F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4992</TotalTime>
  <Words>68</Words>
  <Application>Microsoft Macintosh PowerPoint</Application>
  <PresentationFormat>Widescreen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Space Grotesk Medium</vt:lpstr>
      <vt:lpstr>Space Grotesk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use this file</dc:title>
  <dc:creator>Marc Duiker</dc:creator>
  <cp:lastModifiedBy>Fernando Rocha</cp:lastModifiedBy>
  <cp:revision>40</cp:revision>
  <dcterms:created xsi:type="dcterms:W3CDTF">2023-07-25T15:46:21Z</dcterms:created>
  <dcterms:modified xsi:type="dcterms:W3CDTF">2024-04-08T19:32:36Z</dcterms:modified>
</cp:coreProperties>
</file>